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2B76620F-5F2F-4B92-9561-C0C7773983BE}"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6ADEFDF-D714-4817-A836-29C68DB0741F}">
      <dgm:prSet/>
      <dgm:spPr/>
      <dgm:t>
        <a:bodyPr/>
        <a:lstStyle/>
        <a:p>
          <a:pPr>
            <a:defRPr cap="all"/>
          </a:pPr>
          <a:r>
            <a:rPr lang="en-US" b="0" i="0" baseline="0"/>
            <a:t>Strong analytical and troubleshooting skills</a:t>
          </a:r>
          <a:endParaRPr lang="en-US"/>
        </a:p>
      </dgm:t>
    </dgm:pt>
    <dgm:pt modelId="{29D2895C-DC50-425B-BD6E-7F35EFAEF520}" type="parTrans" cxnId="{297F44E5-196D-47A9-AD5F-7C9F5CA17B3D}">
      <dgm:prSet/>
      <dgm:spPr/>
      <dgm:t>
        <a:bodyPr/>
        <a:lstStyle/>
        <a:p>
          <a:endParaRPr lang="en-US"/>
        </a:p>
      </dgm:t>
    </dgm:pt>
    <dgm:pt modelId="{FE402360-9EB8-4F5C-8AE7-F84E03CBDB84}" type="sibTrans" cxnId="{297F44E5-196D-47A9-AD5F-7C9F5CA17B3D}">
      <dgm:prSet/>
      <dgm:spPr/>
      <dgm:t>
        <a:bodyPr/>
        <a:lstStyle/>
        <a:p>
          <a:endParaRPr lang="en-US"/>
        </a:p>
      </dgm:t>
    </dgm:pt>
    <dgm:pt modelId="{794D6E7B-9A80-4173-AB29-662F907EA7E2}">
      <dgm:prSet/>
      <dgm:spPr/>
      <dgm:t>
        <a:bodyPr/>
        <a:lstStyle/>
        <a:p>
          <a:pPr>
            <a:defRPr cap="all"/>
          </a:pPr>
          <a:r>
            <a:rPr lang="en-US" b="0" i="0" baseline="0"/>
            <a:t>Excellent problem-solving abilities</a:t>
          </a:r>
          <a:endParaRPr lang="en-US"/>
        </a:p>
      </dgm:t>
    </dgm:pt>
    <dgm:pt modelId="{996ECC0E-D7D6-4FBB-B916-60E3940E4C60}" type="parTrans" cxnId="{0EDAD044-B612-4B42-8BA8-6FA90549A862}">
      <dgm:prSet/>
      <dgm:spPr/>
      <dgm:t>
        <a:bodyPr/>
        <a:lstStyle/>
        <a:p>
          <a:endParaRPr lang="en-US"/>
        </a:p>
      </dgm:t>
    </dgm:pt>
    <dgm:pt modelId="{FAC3D252-81BD-42C0-B384-79D4E187461B}" type="sibTrans" cxnId="{0EDAD044-B612-4B42-8BA8-6FA90549A862}">
      <dgm:prSet/>
      <dgm:spPr/>
      <dgm:t>
        <a:bodyPr/>
        <a:lstStyle/>
        <a:p>
          <a:endParaRPr lang="en-US"/>
        </a:p>
      </dgm:t>
    </dgm:pt>
    <dgm:pt modelId="{A742AA69-070E-441A-8A37-C0A2BDD6FE6B}">
      <dgm:prSet/>
      <dgm:spPr/>
      <dgm:t>
        <a:bodyPr/>
        <a:lstStyle/>
        <a:p>
          <a:pPr>
            <a:defRPr cap="all"/>
          </a:pPr>
          <a:r>
            <a:rPr lang="en-US" b="0" i="0" baseline="0" dirty="0"/>
            <a:t>Adaptable and eager to learn new technologies</a:t>
          </a:r>
          <a:endParaRPr lang="en-US" dirty="0"/>
        </a:p>
      </dgm:t>
    </dgm:pt>
    <dgm:pt modelId="{4402B062-E72C-48ED-BCCE-4107EE51947F}" type="parTrans" cxnId="{3642A8BA-A19A-45C1-BCD3-FB3C914D2BDC}">
      <dgm:prSet/>
      <dgm:spPr/>
      <dgm:t>
        <a:bodyPr/>
        <a:lstStyle/>
        <a:p>
          <a:endParaRPr lang="en-US"/>
        </a:p>
      </dgm:t>
    </dgm:pt>
    <dgm:pt modelId="{79FCB60B-A93E-470F-A1B9-68B7B63479B7}" type="sibTrans" cxnId="{3642A8BA-A19A-45C1-BCD3-FB3C914D2BDC}">
      <dgm:prSet/>
      <dgm:spPr/>
      <dgm:t>
        <a:bodyPr/>
        <a:lstStyle/>
        <a:p>
          <a:endParaRPr lang="en-US"/>
        </a:p>
      </dgm:t>
    </dgm:pt>
    <dgm:pt modelId="{D3604025-8B77-4677-A8DB-189CE3DCBA37}">
      <dgm:prSet/>
      <dgm:spPr/>
      <dgm:t>
        <a:bodyPr/>
        <a:lstStyle/>
        <a:p>
          <a:pPr>
            <a:defRPr cap="all"/>
          </a:pPr>
          <a:r>
            <a:rPr lang="en-US" b="0" i="0" baseline="0"/>
            <a:t>Effective written and verbal communication</a:t>
          </a:r>
          <a:endParaRPr lang="en-US"/>
        </a:p>
      </dgm:t>
    </dgm:pt>
    <dgm:pt modelId="{B16ABA39-6B51-4165-8D5B-DF1C84647097}" type="parTrans" cxnId="{07F71146-4867-40CE-A920-5581778893A5}">
      <dgm:prSet/>
      <dgm:spPr/>
      <dgm:t>
        <a:bodyPr/>
        <a:lstStyle/>
        <a:p>
          <a:endParaRPr lang="en-US"/>
        </a:p>
      </dgm:t>
    </dgm:pt>
    <dgm:pt modelId="{61A7CAF2-43EE-4F9E-83A5-F6FF230D497A}" type="sibTrans" cxnId="{07F71146-4867-40CE-A920-5581778893A5}">
      <dgm:prSet/>
      <dgm:spPr/>
      <dgm:t>
        <a:bodyPr/>
        <a:lstStyle/>
        <a:p>
          <a:endParaRPr lang="en-US"/>
        </a:p>
      </dgm:t>
    </dgm:pt>
    <dgm:pt modelId="{102EFFEF-0D64-4544-A6EF-EB74D907D2C4}">
      <dgm:prSet/>
      <dgm:spPr/>
      <dgm:t>
        <a:bodyPr/>
        <a:lstStyle/>
        <a:p>
          <a:pPr>
            <a:defRPr cap="all"/>
          </a:pPr>
          <a:r>
            <a:rPr lang="en-US" b="0" i="0" baseline="0"/>
            <a:t>Team collaboration and leadership</a:t>
          </a:r>
          <a:endParaRPr lang="en-US"/>
        </a:p>
      </dgm:t>
    </dgm:pt>
    <dgm:pt modelId="{D3598E06-6B0E-4D69-AD6A-A53A3A247B2A}" type="parTrans" cxnId="{961C769E-2FF4-4751-92E3-8F0475DD6CA0}">
      <dgm:prSet/>
      <dgm:spPr/>
      <dgm:t>
        <a:bodyPr/>
        <a:lstStyle/>
        <a:p>
          <a:endParaRPr lang="en-US"/>
        </a:p>
      </dgm:t>
    </dgm:pt>
    <dgm:pt modelId="{98588B8D-6BE4-466B-9914-587E26260564}" type="sibTrans" cxnId="{961C769E-2FF4-4751-92E3-8F0475DD6CA0}">
      <dgm:prSet/>
      <dgm:spPr/>
      <dgm:t>
        <a:bodyPr/>
        <a:lstStyle/>
        <a:p>
          <a:endParaRPr lang="en-US"/>
        </a:p>
      </dgm:t>
    </dgm:pt>
    <dgm:pt modelId="{44545A2F-0BE5-48B4-8D73-AE3F3009400E}">
      <dgm:prSet/>
      <dgm:spPr/>
      <dgm:t>
        <a:bodyPr/>
        <a:lstStyle/>
        <a:p>
          <a:pPr>
            <a:defRPr cap="all"/>
          </a:pPr>
          <a:r>
            <a:rPr lang="en-US" b="0" i="0" baseline="0"/>
            <a:t>Time management and organization</a:t>
          </a:r>
          <a:endParaRPr lang="en-US"/>
        </a:p>
      </dgm:t>
    </dgm:pt>
    <dgm:pt modelId="{0D29664A-6C7F-4D05-A412-031E3FA13958}" type="parTrans" cxnId="{7B7B1402-29FF-4BA6-81A6-F0F8B506ED14}">
      <dgm:prSet/>
      <dgm:spPr/>
      <dgm:t>
        <a:bodyPr/>
        <a:lstStyle/>
        <a:p>
          <a:endParaRPr lang="en-US"/>
        </a:p>
      </dgm:t>
    </dgm:pt>
    <dgm:pt modelId="{25797F0D-9A94-4AAF-8A1F-3CABFE045147}" type="sibTrans" cxnId="{7B7B1402-29FF-4BA6-81A6-F0F8B506ED14}">
      <dgm:prSet/>
      <dgm:spPr/>
      <dgm:t>
        <a:bodyPr/>
        <a:lstStyle/>
        <a:p>
          <a:endParaRPr lang="en-US"/>
        </a:p>
      </dgm:t>
    </dgm:pt>
    <dgm:pt modelId="{2B90E5D0-A68B-4A3F-AFE0-A70401944918}">
      <dgm:prSet/>
      <dgm:spPr/>
      <dgm:t>
        <a:bodyPr/>
        <a:lstStyle/>
        <a:p>
          <a:pPr>
            <a:defRPr cap="all"/>
          </a:pPr>
          <a:r>
            <a:rPr lang="en-US" b="0" i="0" baseline="0"/>
            <a:t>Commitment to ethical conduct</a:t>
          </a:r>
          <a:endParaRPr lang="en-US"/>
        </a:p>
      </dgm:t>
    </dgm:pt>
    <dgm:pt modelId="{FCE2E604-4017-4F6D-8094-B9F2DDE4554D}" type="parTrans" cxnId="{CC81093C-2548-4F1E-806B-842B1DD648D8}">
      <dgm:prSet/>
      <dgm:spPr/>
      <dgm:t>
        <a:bodyPr/>
        <a:lstStyle/>
        <a:p>
          <a:endParaRPr lang="en-US"/>
        </a:p>
      </dgm:t>
    </dgm:pt>
    <dgm:pt modelId="{4B3482FD-7CA4-4416-B3CF-1BF50D3267FB}" type="sibTrans" cxnId="{CC81093C-2548-4F1E-806B-842B1DD648D8}">
      <dgm:prSet/>
      <dgm:spPr/>
      <dgm:t>
        <a:bodyPr/>
        <a:lstStyle/>
        <a:p>
          <a:endParaRPr lang="en-US"/>
        </a:p>
      </dgm:t>
    </dgm:pt>
    <dgm:pt modelId="{700DB312-576E-40C0-B4AE-4A6E56CDB60F}">
      <dgm:prSet/>
      <dgm:spPr/>
      <dgm:t>
        <a:bodyPr/>
        <a:lstStyle/>
        <a:p>
          <a:pPr>
            <a:defRPr cap="all"/>
          </a:pPr>
          <a:r>
            <a:rPr lang="en-US" b="0" i="0" baseline="0"/>
            <a:t>Continuous improvement mindset </a:t>
          </a:r>
          <a:endParaRPr lang="en-US"/>
        </a:p>
      </dgm:t>
    </dgm:pt>
    <dgm:pt modelId="{96E816F9-7BBF-4514-9335-62A0A71FA14C}" type="parTrans" cxnId="{DD3466EA-77FB-4FE4-BFCF-D31E081A1D38}">
      <dgm:prSet/>
      <dgm:spPr/>
      <dgm:t>
        <a:bodyPr/>
        <a:lstStyle/>
        <a:p>
          <a:endParaRPr lang="en-US"/>
        </a:p>
      </dgm:t>
    </dgm:pt>
    <dgm:pt modelId="{A7F750D0-E888-49F5-95A6-95F02D0BC85D}" type="sibTrans" cxnId="{DD3466EA-77FB-4FE4-BFCF-D31E081A1D38}">
      <dgm:prSet/>
      <dgm:spPr/>
      <dgm:t>
        <a:bodyPr/>
        <a:lstStyle/>
        <a:p>
          <a:endParaRPr lang="en-US"/>
        </a:p>
      </dgm:t>
    </dgm:pt>
    <dgm:pt modelId="{F7F1FE40-98D3-4101-84A6-8D9E93ABCD4F}" type="pres">
      <dgm:prSet presAssocID="{2B76620F-5F2F-4B92-9561-C0C7773983BE}" presName="root" presStyleCnt="0">
        <dgm:presLayoutVars>
          <dgm:dir/>
          <dgm:resizeHandles val="exact"/>
        </dgm:presLayoutVars>
      </dgm:prSet>
      <dgm:spPr/>
    </dgm:pt>
    <dgm:pt modelId="{9E74C2CD-38AF-49F7-A1A5-05931477C24B}" type="pres">
      <dgm:prSet presAssocID="{86ADEFDF-D714-4817-A836-29C68DB0741F}" presName="compNode" presStyleCnt="0"/>
      <dgm:spPr/>
    </dgm:pt>
    <dgm:pt modelId="{76D49928-7360-456E-AE54-F93D0F38F11C}" type="pres">
      <dgm:prSet presAssocID="{86ADEFDF-D714-4817-A836-29C68DB0741F}" presName="iconBgRect" presStyleLbl="bgShp" presStyleIdx="0" presStyleCnt="8"/>
      <dgm:spPr/>
    </dgm:pt>
    <dgm:pt modelId="{95E241A8-02D0-4567-9A0A-AB896B4A8E8E}" type="pres">
      <dgm:prSet presAssocID="{86ADEFDF-D714-4817-A836-29C68DB0741F}"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F7A2C62B-D718-4A33-BF58-F3A8B189182B}" type="pres">
      <dgm:prSet presAssocID="{86ADEFDF-D714-4817-A836-29C68DB0741F}" presName="spaceRect" presStyleCnt="0"/>
      <dgm:spPr/>
    </dgm:pt>
    <dgm:pt modelId="{F5942F05-9637-4424-B7EA-CEAE711AB5AE}" type="pres">
      <dgm:prSet presAssocID="{86ADEFDF-D714-4817-A836-29C68DB0741F}" presName="textRect" presStyleLbl="revTx" presStyleIdx="0" presStyleCnt="8">
        <dgm:presLayoutVars>
          <dgm:chMax val="1"/>
          <dgm:chPref val="1"/>
        </dgm:presLayoutVars>
      </dgm:prSet>
      <dgm:spPr/>
    </dgm:pt>
    <dgm:pt modelId="{4E2DF0FE-21DA-4527-8075-099B98631175}" type="pres">
      <dgm:prSet presAssocID="{FE402360-9EB8-4F5C-8AE7-F84E03CBDB84}" presName="sibTrans" presStyleCnt="0"/>
      <dgm:spPr/>
    </dgm:pt>
    <dgm:pt modelId="{A7741D6D-4FD8-40ED-8CFD-FEF93C7C1A3C}" type="pres">
      <dgm:prSet presAssocID="{794D6E7B-9A80-4173-AB29-662F907EA7E2}" presName="compNode" presStyleCnt="0"/>
      <dgm:spPr/>
    </dgm:pt>
    <dgm:pt modelId="{5682FF8B-8361-4D21-9782-61A6E420DE99}" type="pres">
      <dgm:prSet presAssocID="{794D6E7B-9A80-4173-AB29-662F907EA7E2}" presName="iconBgRect" presStyleLbl="bgShp" presStyleIdx="1" presStyleCnt="8"/>
      <dgm:spPr/>
    </dgm:pt>
    <dgm:pt modelId="{1D8B4CE4-375E-4D5C-BCD7-218522FFD5CA}" type="pres">
      <dgm:prSet presAssocID="{794D6E7B-9A80-4173-AB29-662F907EA7E2}" presName="iconRect" presStyleLbl="node1" presStyleIdx="1"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umbs Up Sign"/>
        </a:ext>
      </dgm:extLst>
    </dgm:pt>
    <dgm:pt modelId="{29FC382C-05B7-404F-ACD4-A96D613F12F6}" type="pres">
      <dgm:prSet presAssocID="{794D6E7B-9A80-4173-AB29-662F907EA7E2}" presName="spaceRect" presStyleCnt="0"/>
      <dgm:spPr/>
    </dgm:pt>
    <dgm:pt modelId="{488DC406-0E80-4A54-AF90-7BEDD62A506E}" type="pres">
      <dgm:prSet presAssocID="{794D6E7B-9A80-4173-AB29-662F907EA7E2}" presName="textRect" presStyleLbl="revTx" presStyleIdx="1" presStyleCnt="8">
        <dgm:presLayoutVars>
          <dgm:chMax val="1"/>
          <dgm:chPref val="1"/>
        </dgm:presLayoutVars>
      </dgm:prSet>
      <dgm:spPr/>
    </dgm:pt>
    <dgm:pt modelId="{11BF479D-40C7-45A4-9B0F-2ECDE406C2FB}" type="pres">
      <dgm:prSet presAssocID="{FAC3D252-81BD-42C0-B384-79D4E187461B}" presName="sibTrans" presStyleCnt="0"/>
      <dgm:spPr/>
    </dgm:pt>
    <dgm:pt modelId="{532F5F62-6E4D-4E34-A90E-9B0C112AB28C}" type="pres">
      <dgm:prSet presAssocID="{A742AA69-070E-441A-8A37-C0A2BDD6FE6B}" presName="compNode" presStyleCnt="0"/>
      <dgm:spPr/>
    </dgm:pt>
    <dgm:pt modelId="{B876785C-9FF9-4E55-8433-D2A06D979260}" type="pres">
      <dgm:prSet presAssocID="{A742AA69-070E-441A-8A37-C0A2BDD6FE6B}" presName="iconBgRect" presStyleLbl="bgShp" presStyleIdx="2" presStyleCnt="8" custScaleX="121688" custScaleY="91926"/>
      <dgm:spPr/>
    </dgm:pt>
    <dgm:pt modelId="{9065B04F-4435-4300-82CF-76FAC72B7206}" type="pres">
      <dgm:prSet presAssocID="{A742AA69-070E-441A-8A37-C0A2BDD6FE6B}" presName="iconRect" presStyleLbl="node1" presStyleIdx="2"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un"/>
        </a:ext>
      </dgm:extLst>
    </dgm:pt>
    <dgm:pt modelId="{0EBC72A6-E235-4B1F-AF2A-C6C64DAD6676}" type="pres">
      <dgm:prSet presAssocID="{A742AA69-070E-441A-8A37-C0A2BDD6FE6B}" presName="spaceRect" presStyleCnt="0"/>
      <dgm:spPr/>
    </dgm:pt>
    <dgm:pt modelId="{77955FAB-7570-4010-A41C-DB454E24E5D0}" type="pres">
      <dgm:prSet presAssocID="{A742AA69-070E-441A-8A37-C0A2BDD6FE6B}" presName="textRect" presStyleLbl="revTx" presStyleIdx="2" presStyleCnt="8" custScaleX="141890">
        <dgm:presLayoutVars>
          <dgm:chMax val="1"/>
          <dgm:chPref val="1"/>
        </dgm:presLayoutVars>
      </dgm:prSet>
      <dgm:spPr/>
    </dgm:pt>
    <dgm:pt modelId="{CFCA2CC1-8A99-4650-9EC7-62FB75DF124A}" type="pres">
      <dgm:prSet presAssocID="{79FCB60B-A93E-470F-A1B9-68B7B63479B7}" presName="sibTrans" presStyleCnt="0"/>
      <dgm:spPr/>
    </dgm:pt>
    <dgm:pt modelId="{DF9FD147-7AA7-4BA6-AEB5-37EFEEFAA3E0}" type="pres">
      <dgm:prSet presAssocID="{D3604025-8B77-4677-A8DB-189CE3DCBA37}" presName="compNode" presStyleCnt="0"/>
      <dgm:spPr/>
    </dgm:pt>
    <dgm:pt modelId="{F826C3AC-B00B-4B33-B0D6-6DA7EDAE2485}" type="pres">
      <dgm:prSet presAssocID="{D3604025-8B77-4677-A8DB-189CE3DCBA37}" presName="iconBgRect" presStyleLbl="bgShp" presStyleIdx="3" presStyleCnt="8"/>
      <dgm:spPr/>
    </dgm:pt>
    <dgm:pt modelId="{4A16B282-3804-4381-8A2B-B97C651D5A3E}" type="pres">
      <dgm:prSet presAssocID="{D3604025-8B77-4677-A8DB-189CE3DCBA37}"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8B1CB67B-5FB0-4F9A-A721-6F1B700E29A8}" type="pres">
      <dgm:prSet presAssocID="{D3604025-8B77-4677-A8DB-189CE3DCBA37}" presName="spaceRect" presStyleCnt="0"/>
      <dgm:spPr/>
    </dgm:pt>
    <dgm:pt modelId="{D5EEA1A8-B5BD-4C30-A2CF-53F9610E40E8}" type="pres">
      <dgm:prSet presAssocID="{D3604025-8B77-4677-A8DB-189CE3DCBA37}" presName="textRect" presStyleLbl="revTx" presStyleIdx="3" presStyleCnt="8">
        <dgm:presLayoutVars>
          <dgm:chMax val="1"/>
          <dgm:chPref val="1"/>
        </dgm:presLayoutVars>
      </dgm:prSet>
      <dgm:spPr/>
    </dgm:pt>
    <dgm:pt modelId="{EC59917E-03E5-47D3-AF6D-63636507169C}" type="pres">
      <dgm:prSet presAssocID="{61A7CAF2-43EE-4F9E-83A5-F6FF230D497A}" presName="sibTrans" presStyleCnt="0"/>
      <dgm:spPr/>
    </dgm:pt>
    <dgm:pt modelId="{2F10F075-2999-43B1-8AE4-2812C17C3150}" type="pres">
      <dgm:prSet presAssocID="{102EFFEF-0D64-4544-A6EF-EB74D907D2C4}" presName="compNode" presStyleCnt="0"/>
      <dgm:spPr/>
    </dgm:pt>
    <dgm:pt modelId="{10D43F05-4604-4967-8D41-4CD225556C1F}" type="pres">
      <dgm:prSet presAssocID="{102EFFEF-0D64-4544-A6EF-EB74D907D2C4}" presName="iconBgRect" presStyleLbl="bgShp" presStyleIdx="4" presStyleCnt="8"/>
      <dgm:spPr/>
    </dgm:pt>
    <dgm:pt modelId="{04291AE9-610B-4A58-BB89-4BE74CEB53DA}" type="pres">
      <dgm:prSet presAssocID="{102EFFEF-0D64-4544-A6EF-EB74D907D2C4}"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Users"/>
        </a:ext>
      </dgm:extLst>
    </dgm:pt>
    <dgm:pt modelId="{2259210A-2341-4D8E-A167-D0A2CD045CF6}" type="pres">
      <dgm:prSet presAssocID="{102EFFEF-0D64-4544-A6EF-EB74D907D2C4}" presName="spaceRect" presStyleCnt="0"/>
      <dgm:spPr/>
    </dgm:pt>
    <dgm:pt modelId="{317AE150-FF03-4E34-825A-2E294E0DC200}" type="pres">
      <dgm:prSet presAssocID="{102EFFEF-0D64-4544-A6EF-EB74D907D2C4}" presName="textRect" presStyleLbl="revTx" presStyleIdx="4" presStyleCnt="8">
        <dgm:presLayoutVars>
          <dgm:chMax val="1"/>
          <dgm:chPref val="1"/>
        </dgm:presLayoutVars>
      </dgm:prSet>
      <dgm:spPr/>
    </dgm:pt>
    <dgm:pt modelId="{5399B33F-1A93-4523-B8CF-0E540305E92A}" type="pres">
      <dgm:prSet presAssocID="{98588B8D-6BE4-466B-9914-587E26260564}" presName="sibTrans" presStyleCnt="0"/>
      <dgm:spPr/>
    </dgm:pt>
    <dgm:pt modelId="{2F504FA3-0126-4AA5-9479-B25459B6A372}" type="pres">
      <dgm:prSet presAssocID="{44545A2F-0BE5-48B4-8D73-AE3F3009400E}" presName="compNode" presStyleCnt="0"/>
      <dgm:spPr/>
    </dgm:pt>
    <dgm:pt modelId="{9E7840BF-45D9-45D3-8919-C11148DB0AB8}" type="pres">
      <dgm:prSet presAssocID="{44545A2F-0BE5-48B4-8D73-AE3F3009400E}" presName="iconBgRect" presStyleLbl="bgShp" presStyleIdx="5" presStyleCnt="8"/>
      <dgm:spPr/>
    </dgm:pt>
    <dgm:pt modelId="{92AEFED2-F7F1-45D6-830C-4DC5BF6FAEA0}" type="pres">
      <dgm:prSet presAssocID="{44545A2F-0BE5-48B4-8D73-AE3F3009400E}" presName="iconRect" presStyleLbl="node1" presStyleIdx="5"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4EFF52B6-6438-4934-B003-2C5B3DE2793F}" type="pres">
      <dgm:prSet presAssocID="{44545A2F-0BE5-48B4-8D73-AE3F3009400E}" presName="spaceRect" presStyleCnt="0"/>
      <dgm:spPr/>
    </dgm:pt>
    <dgm:pt modelId="{0A3008EC-FDE2-4592-94E6-40A895674377}" type="pres">
      <dgm:prSet presAssocID="{44545A2F-0BE5-48B4-8D73-AE3F3009400E}" presName="textRect" presStyleLbl="revTx" presStyleIdx="5" presStyleCnt="8">
        <dgm:presLayoutVars>
          <dgm:chMax val="1"/>
          <dgm:chPref val="1"/>
        </dgm:presLayoutVars>
      </dgm:prSet>
      <dgm:spPr/>
    </dgm:pt>
    <dgm:pt modelId="{FAE1C591-E67B-4A8C-99F9-F9F458704616}" type="pres">
      <dgm:prSet presAssocID="{25797F0D-9A94-4AAF-8A1F-3CABFE045147}" presName="sibTrans" presStyleCnt="0"/>
      <dgm:spPr/>
    </dgm:pt>
    <dgm:pt modelId="{F8372BA3-E12D-49A7-9306-84AC5829F28C}" type="pres">
      <dgm:prSet presAssocID="{2B90E5D0-A68B-4A3F-AFE0-A70401944918}" presName="compNode" presStyleCnt="0"/>
      <dgm:spPr/>
    </dgm:pt>
    <dgm:pt modelId="{C037F9C6-C4B1-48CD-A8C1-5AF2FDD8EDB9}" type="pres">
      <dgm:prSet presAssocID="{2B90E5D0-A68B-4A3F-AFE0-A70401944918}" presName="iconBgRect" presStyleLbl="bgShp" presStyleIdx="6" presStyleCnt="8"/>
      <dgm:spPr/>
    </dgm:pt>
    <dgm:pt modelId="{FDD52CE5-4F30-4E02-9562-9639049181DF}" type="pres">
      <dgm:prSet presAssocID="{2B90E5D0-A68B-4A3F-AFE0-A70401944918}" presName="iconRect" presStyleLbl="node1" presStyleIdx="6"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cales of Justice"/>
        </a:ext>
      </dgm:extLst>
    </dgm:pt>
    <dgm:pt modelId="{2764D723-0C2C-415E-9990-DD8306B333A5}" type="pres">
      <dgm:prSet presAssocID="{2B90E5D0-A68B-4A3F-AFE0-A70401944918}" presName="spaceRect" presStyleCnt="0"/>
      <dgm:spPr/>
    </dgm:pt>
    <dgm:pt modelId="{B5C24426-907F-463E-BF12-8BD67B7768FA}" type="pres">
      <dgm:prSet presAssocID="{2B90E5D0-A68B-4A3F-AFE0-A70401944918}" presName="textRect" presStyleLbl="revTx" presStyleIdx="6" presStyleCnt="8">
        <dgm:presLayoutVars>
          <dgm:chMax val="1"/>
          <dgm:chPref val="1"/>
        </dgm:presLayoutVars>
      </dgm:prSet>
      <dgm:spPr/>
    </dgm:pt>
    <dgm:pt modelId="{BA8D9391-31C5-4D3E-901F-6346178C063F}" type="pres">
      <dgm:prSet presAssocID="{4B3482FD-7CA4-4416-B3CF-1BF50D3267FB}" presName="sibTrans" presStyleCnt="0"/>
      <dgm:spPr/>
    </dgm:pt>
    <dgm:pt modelId="{2A9898C0-4B66-42E7-8CF4-7A18B9F512DE}" type="pres">
      <dgm:prSet presAssocID="{700DB312-576E-40C0-B4AE-4A6E56CDB60F}" presName="compNode" presStyleCnt="0"/>
      <dgm:spPr/>
    </dgm:pt>
    <dgm:pt modelId="{1BA787B2-9121-4DBA-9D1F-BB6C5B4D29FD}" type="pres">
      <dgm:prSet presAssocID="{700DB312-576E-40C0-B4AE-4A6E56CDB60F}" presName="iconBgRect" presStyleLbl="bgShp" presStyleIdx="7" presStyleCnt="8"/>
      <dgm:spPr/>
    </dgm:pt>
    <dgm:pt modelId="{50217131-981C-4127-838D-6F9AD10B0EDC}" type="pres">
      <dgm:prSet presAssocID="{700DB312-576E-40C0-B4AE-4A6E56CDB60F}" presName="iconRect" presStyleLbl="node1" presStyleIdx="7"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in in head"/>
        </a:ext>
      </dgm:extLst>
    </dgm:pt>
    <dgm:pt modelId="{338B4D4C-92E1-4C0C-B4D7-B663D81AFC12}" type="pres">
      <dgm:prSet presAssocID="{700DB312-576E-40C0-B4AE-4A6E56CDB60F}" presName="spaceRect" presStyleCnt="0"/>
      <dgm:spPr/>
    </dgm:pt>
    <dgm:pt modelId="{4D251299-6CDE-4BD5-9BD3-C493C7F82599}" type="pres">
      <dgm:prSet presAssocID="{700DB312-576E-40C0-B4AE-4A6E56CDB60F}" presName="textRect" presStyleLbl="revTx" presStyleIdx="7" presStyleCnt="8">
        <dgm:presLayoutVars>
          <dgm:chMax val="1"/>
          <dgm:chPref val="1"/>
        </dgm:presLayoutVars>
      </dgm:prSet>
      <dgm:spPr/>
    </dgm:pt>
  </dgm:ptLst>
  <dgm:cxnLst>
    <dgm:cxn modelId="{7B7B1402-29FF-4BA6-81A6-F0F8B506ED14}" srcId="{2B76620F-5F2F-4B92-9561-C0C7773983BE}" destId="{44545A2F-0BE5-48B4-8D73-AE3F3009400E}" srcOrd="5" destOrd="0" parTransId="{0D29664A-6C7F-4D05-A412-031E3FA13958}" sibTransId="{25797F0D-9A94-4AAF-8A1F-3CABFE045147}"/>
    <dgm:cxn modelId="{6F02DD2C-7E21-41CD-BDED-950FC8075D30}" type="presOf" srcId="{700DB312-576E-40C0-B4AE-4A6E56CDB60F}" destId="{4D251299-6CDE-4BD5-9BD3-C493C7F82599}" srcOrd="0" destOrd="0" presId="urn:microsoft.com/office/officeart/2018/5/layout/IconCircleLabelList"/>
    <dgm:cxn modelId="{1F299B31-6E9E-432C-B0A9-131155843AE9}" type="presOf" srcId="{A742AA69-070E-441A-8A37-C0A2BDD6FE6B}" destId="{77955FAB-7570-4010-A41C-DB454E24E5D0}" srcOrd="0" destOrd="0" presId="urn:microsoft.com/office/officeart/2018/5/layout/IconCircleLabelList"/>
    <dgm:cxn modelId="{A7DBDC31-38ED-4F92-8A94-BC416AFF4F0A}" type="presOf" srcId="{86ADEFDF-D714-4817-A836-29C68DB0741F}" destId="{F5942F05-9637-4424-B7EA-CEAE711AB5AE}" srcOrd="0" destOrd="0" presId="urn:microsoft.com/office/officeart/2018/5/layout/IconCircleLabelList"/>
    <dgm:cxn modelId="{CC81093C-2548-4F1E-806B-842B1DD648D8}" srcId="{2B76620F-5F2F-4B92-9561-C0C7773983BE}" destId="{2B90E5D0-A68B-4A3F-AFE0-A70401944918}" srcOrd="6" destOrd="0" parTransId="{FCE2E604-4017-4F6D-8094-B9F2DDE4554D}" sibTransId="{4B3482FD-7CA4-4416-B3CF-1BF50D3267FB}"/>
    <dgm:cxn modelId="{090D2744-DC1E-442F-A73D-F1B9EB3ABB88}" type="presOf" srcId="{2B90E5D0-A68B-4A3F-AFE0-A70401944918}" destId="{B5C24426-907F-463E-BF12-8BD67B7768FA}" srcOrd="0" destOrd="0" presId="urn:microsoft.com/office/officeart/2018/5/layout/IconCircleLabelList"/>
    <dgm:cxn modelId="{0EDAD044-B612-4B42-8BA8-6FA90549A862}" srcId="{2B76620F-5F2F-4B92-9561-C0C7773983BE}" destId="{794D6E7B-9A80-4173-AB29-662F907EA7E2}" srcOrd="1" destOrd="0" parTransId="{996ECC0E-D7D6-4FBB-B916-60E3940E4C60}" sibTransId="{FAC3D252-81BD-42C0-B384-79D4E187461B}"/>
    <dgm:cxn modelId="{07F71146-4867-40CE-A920-5581778893A5}" srcId="{2B76620F-5F2F-4B92-9561-C0C7773983BE}" destId="{D3604025-8B77-4677-A8DB-189CE3DCBA37}" srcOrd="3" destOrd="0" parTransId="{B16ABA39-6B51-4165-8D5B-DF1C84647097}" sibTransId="{61A7CAF2-43EE-4F9E-83A5-F6FF230D497A}"/>
    <dgm:cxn modelId="{16A72C7A-7F29-4DBA-9314-968327B53CCA}" type="presOf" srcId="{D3604025-8B77-4677-A8DB-189CE3DCBA37}" destId="{D5EEA1A8-B5BD-4C30-A2CF-53F9610E40E8}" srcOrd="0" destOrd="0" presId="urn:microsoft.com/office/officeart/2018/5/layout/IconCircleLabelList"/>
    <dgm:cxn modelId="{0693A697-F2F8-4204-A132-4BB60D3F2575}" type="presOf" srcId="{44545A2F-0BE5-48B4-8D73-AE3F3009400E}" destId="{0A3008EC-FDE2-4592-94E6-40A895674377}" srcOrd="0" destOrd="0" presId="urn:microsoft.com/office/officeart/2018/5/layout/IconCircleLabelList"/>
    <dgm:cxn modelId="{961C769E-2FF4-4751-92E3-8F0475DD6CA0}" srcId="{2B76620F-5F2F-4B92-9561-C0C7773983BE}" destId="{102EFFEF-0D64-4544-A6EF-EB74D907D2C4}" srcOrd="4" destOrd="0" parTransId="{D3598E06-6B0E-4D69-AD6A-A53A3A247B2A}" sibTransId="{98588B8D-6BE4-466B-9914-587E26260564}"/>
    <dgm:cxn modelId="{0287BEA7-5396-444B-BD5A-198EEC93F967}" type="presOf" srcId="{102EFFEF-0D64-4544-A6EF-EB74D907D2C4}" destId="{317AE150-FF03-4E34-825A-2E294E0DC200}" srcOrd="0" destOrd="0" presId="urn:microsoft.com/office/officeart/2018/5/layout/IconCircleLabelList"/>
    <dgm:cxn modelId="{995470B8-BF23-4479-807E-585276877DAF}" type="presOf" srcId="{794D6E7B-9A80-4173-AB29-662F907EA7E2}" destId="{488DC406-0E80-4A54-AF90-7BEDD62A506E}" srcOrd="0" destOrd="0" presId="urn:microsoft.com/office/officeart/2018/5/layout/IconCircleLabelList"/>
    <dgm:cxn modelId="{3642A8BA-A19A-45C1-BCD3-FB3C914D2BDC}" srcId="{2B76620F-5F2F-4B92-9561-C0C7773983BE}" destId="{A742AA69-070E-441A-8A37-C0A2BDD6FE6B}" srcOrd="2" destOrd="0" parTransId="{4402B062-E72C-48ED-BCCE-4107EE51947F}" sibTransId="{79FCB60B-A93E-470F-A1B9-68B7B63479B7}"/>
    <dgm:cxn modelId="{EDA23AC8-4EDB-4DE3-B7AE-36A4EAB2A339}" type="presOf" srcId="{2B76620F-5F2F-4B92-9561-C0C7773983BE}" destId="{F7F1FE40-98D3-4101-84A6-8D9E93ABCD4F}" srcOrd="0" destOrd="0" presId="urn:microsoft.com/office/officeart/2018/5/layout/IconCircleLabelList"/>
    <dgm:cxn modelId="{297F44E5-196D-47A9-AD5F-7C9F5CA17B3D}" srcId="{2B76620F-5F2F-4B92-9561-C0C7773983BE}" destId="{86ADEFDF-D714-4817-A836-29C68DB0741F}" srcOrd="0" destOrd="0" parTransId="{29D2895C-DC50-425B-BD6E-7F35EFAEF520}" sibTransId="{FE402360-9EB8-4F5C-8AE7-F84E03CBDB84}"/>
    <dgm:cxn modelId="{DD3466EA-77FB-4FE4-BFCF-D31E081A1D38}" srcId="{2B76620F-5F2F-4B92-9561-C0C7773983BE}" destId="{700DB312-576E-40C0-B4AE-4A6E56CDB60F}" srcOrd="7" destOrd="0" parTransId="{96E816F9-7BBF-4514-9335-62A0A71FA14C}" sibTransId="{A7F750D0-E888-49F5-95A6-95F02D0BC85D}"/>
    <dgm:cxn modelId="{A1B8AE92-D480-4EAC-9E74-0EF6ED6EF0EA}" type="presParOf" srcId="{F7F1FE40-98D3-4101-84A6-8D9E93ABCD4F}" destId="{9E74C2CD-38AF-49F7-A1A5-05931477C24B}" srcOrd="0" destOrd="0" presId="urn:microsoft.com/office/officeart/2018/5/layout/IconCircleLabelList"/>
    <dgm:cxn modelId="{DCD13BC8-19FC-4ADD-BF25-04F38BF0C1C2}" type="presParOf" srcId="{9E74C2CD-38AF-49F7-A1A5-05931477C24B}" destId="{76D49928-7360-456E-AE54-F93D0F38F11C}" srcOrd="0" destOrd="0" presId="urn:microsoft.com/office/officeart/2018/5/layout/IconCircleLabelList"/>
    <dgm:cxn modelId="{5B6ABCBB-1DD3-40D5-AB26-50DBCA7D8091}" type="presParOf" srcId="{9E74C2CD-38AF-49F7-A1A5-05931477C24B}" destId="{95E241A8-02D0-4567-9A0A-AB896B4A8E8E}" srcOrd="1" destOrd="0" presId="urn:microsoft.com/office/officeart/2018/5/layout/IconCircleLabelList"/>
    <dgm:cxn modelId="{4048069A-E984-4611-84B8-D2FE5BF62367}" type="presParOf" srcId="{9E74C2CD-38AF-49F7-A1A5-05931477C24B}" destId="{F7A2C62B-D718-4A33-BF58-F3A8B189182B}" srcOrd="2" destOrd="0" presId="urn:microsoft.com/office/officeart/2018/5/layout/IconCircleLabelList"/>
    <dgm:cxn modelId="{DE023466-80C1-4E7C-BBBF-4F97618F1454}" type="presParOf" srcId="{9E74C2CD-38AF-49F7-A1A5-05931477C24B}" destId="{F5942F05-9637-4424-B7EA-CEAE711AB5AE}" srcOrd="3" destOrd="0" presId="urn:microsoft.com/office/officeart/2018/5/layout/IconCircleLabelList"/>
    <dgm:cxn modelId="{E3A9887B-98ED-4E64-A6E4-8CB75539D247}" type="presParOf" srcId="{F7F1FE40-98D3-4101-84A6-8D9E93ABCD4F}" destId="{4E2DF0FE-21DA-4527-8075-099B98631175}" srcOrd="1" destOrd="0" presId="urn:microsoft.com/office/officeart/2018/5/layout/IconCircleLabelList"/>
    <dgm:cxn modelId="{D803AA58-C649-493F-939B-3277064F6F89}" type="presParOf" srcId="{F7F1FE40-98D3-4101-84A6-8D9E93ABCD4F}" destId="{A7741D6D-4FD8-40ED-8CFD-FEF93C7C1A3C}" srcOrd="2" destOrd="0" presId="urn:microsoft.com/office/officeart/2018/5/layout/IconCircleLabelList"/>
    <dgm:cxn modelId="{143080A0-52B3-4439-9B5F-86E4D37EDCC4}" type="presParOf" srcId="{A7741D6D-4FD8-40ED-8CFD-FEF93C7C1A3C}" destId="{5682FF8B-8361-4D21-9782-61A6E420DE99}" srcOrd="0" destOrd="0" presId="urn:microsoft.com/office/officeart/2018/5/layout/IconCircleLabelList"/>
    <dgm:cxn modelId="{5BDCFD32-50DA-44C4-BC33-7FADDC745F30}" type="presParOf" srcId="{A7741D6D-4FD8-40ED-8CFD-FEF93C7C1A3C}" destId="{1D8B4CE4-375E-4D5C-BCD7-218522FFD5CA}" srcOrd="1" destOrd="0" presId="urn:microsoft.com/office/officeart/2018/5/layout/IconCircleLabelList"/>
    <dgm:cxn modelId="{B218991C-94A0-496E-8BDB-E9DC107268A5}" type="presParOf" srcId="{A7741D6D-4FD8-40ED-8CFD-FEF93C7C1A3C}" destId="{29FC382C-05B7-404F-ACD4-A96D613F12F6}" srcOrd="2" destOrd="0" presId="urn:microsoft.com/office/officeart/2018/5/layout/IconCircleLabelList"/>
    <dgm:cxn modelId="{59D7891D-6917-40BC-937D-1F28A9088CB9}" type="presParOf" srcId="{A7741D6D-4FD8-40ED-8CFD-FEF93C7C1A3C}" destId="{488DC406-0E80-4A54-AF90-7BEDD62A506E}" srcOrd="3" destOrd="0" presId="urn:microsoft.com/office/officeart/2018/5/layout/IconCircleLabelList"/>
    <dgm:cxn modelId="{BE6C74B7-C8AB-4E0E-9371-1ECB34385BE9}" type="presParOf" srcId="{F7F1FE40-98D3-4101-84A6-8D9E93ABCD4F}" destId="{11BF479D-40C7-45A4-9B0F-2ECDE406C2FB}" srcOrd="3" destOrd="0" presId="urn:microsoft.com/office/officeart/2018/5/layout/IconCircleLabelList"/>
    <dgm:cxn modelId="{D17ADD99-9D79-47A0-9BC3-15DADAD041A2}" type="presParOf" srcId="{F7F1FE40-98D3-4101-84A6-8D9E93ABCD4F}" destId="{532F5F62-6E4D-4E34-A90E-9B0C112AB28C}" srcOrd="4" destOrd="0" presId="urn:microsoft.com/office/officeart/2018/5/layout/IconCircleLabelList"/>
    <dgm:cxn modelId="{FE29FDC6-6D44-46E8-8BFA-23EBE6770F8D}" type="presParOf" srcId="{532F5F62-6E4D-4E34-A90E-9B0C112AB28C}" destId="{B876785C-9FF9-4E55-8433-D2A06D979260}" srcOrd="0" destOrd="0" presId="urn:microsoft.com/office/officeart/2018/5/layout/IconCircleLabelList"/>
    <dgm:cxn modelId="{118037BD-6A9B-44BE-A576-4BA76B086C7F}" type="presParOf" srcId="{532F5F62-6E4D-4E34-A90E-9B0C112AB28C}" destId="{9065B04F-4435-4300-82CF-76FAC72B7206}" srcOrd="1" destOrd="0" presId="urn:microsoft.com/office/officeart/2018/5/layout/IconCircleLabelList"/>
    <dgm:cxn modelId="{7969E151-7471-47DB-8466-8883F3A70946}" type="presParOf" srcId="{532F5F62-6E4D-4E34-A90E-9B0C112AB28C}" destId="{0EBC72A6-E235-4B1F-AF2A-C6C64DAD6676}" srcOrd="2" destOrd="0" presId="urn:microsoft.com/office/officeart/2018/5/layout/IconCircleLabelList"/>
    <dgm:cxn modelId="{44246628-684B-4820-A73A-A8F0695DDBC9}" type="presParOf" srcId="{532F5F62-6E4D-4E34-A90E-9B0C112AB28C}" destId="{77955FAB-7570-4010-A41C-DB454E24E5D0}" srcOrd="3" destOrd="0" presId="urn:microsoft.com/office/officeart/2018/5/layout/IconCircleLabelList"/>
    <dgm:cxn modelId="{717E7423-CD59-4885-B589-F8F69FB17B54}" type="presParOf" srcId="{F7F1FE40-98D3-4101-84A6-8D9E93ABCD4F}" destId="{CFCA2CC1-8A99-4650-9EC7-62FB75DF124A}" srcOrd="5" destOrd="0" presId="urn:microsoft.com/office/officeart/2018/5/layout/IconCircleLabelList"/>
    <dgm:cxn modelId="{8C6B0A4B-5F17-48E1-AD04-09EE5B68F624}" type="presParOf" srcId="{F7F1FE40-98D3-4101-84A6-8D9E93ABCD4F}" destId="{DF9FD147-7AA7-4BA6-AEB5-37EFEEFAA3E0}" srcOrd="6" destOrd="0" presId="urn:microsoft.com/office/officeart/2018/5/layout/IconCircleLabelList"/>
    <dgm:cxn modelId="{3C0FAB92-ADFD-47E6-BD6D-93C6036FE55E}" type="presParOf" srcId="{DF9FD147-7AA7-4BA6-AEB5-37EFEEFAA3E0}" destId="{F826C3AC-B00B-4B33-B0D6-6DA7EDAE2485}" srcOrd="0" destOrd="0" presId="urn:microsoft.com/office/officeart/2018/5/layout/IconCircleLabelList"/>
    <dgm:cxn modelId="{C86C65C3-D7F9-4C0B-8ED8-357B1D9E776A}" type="presParOf" srcId="{DF9FD147-7AA7-4BA6-AEB5-37EFEEFAA3E0}" destId="{4A16B282-3804-4381-8A2B-B97C651D5A3E}" srcOrd="1" destOrd="0" presId="urn:microsoft.com/office/officeart/2018/5/layout/IconCircleLabelList"/>
    <dgm:cxn modelId="{01FFCA7C-95A5-4931-A3EC-7DB65E379956}" type="presParOf" srcId="{DF9FD147-7AA7-4BA6-AEB5-37EFEEFAA3E0}" destId="{8B1CB67B-5FB0-4F9A-A721-6F1B700E29A8}" srcOrd="2" destOrd="0" presId="urn:microsoft.com/office/officeart/2018/5/layout/IconCircleLabelList"/>
    <dgm:cxn modelId="{F8288A53-E37E-452B-9E9D-C80C74A6A7D9}" type="presParOf" srcId="{DF9FD147-7AA7-4BA6-AEB5-37EFEEFAA3E0}" destId="{D5EEA1A8-B5BD-4C30-A2CF-53F9610E40E8}" srcOrd="3" destOrd="0" presId="urn:microsoft.com/office/officeart/2018/5/layout/IconCircleLabelList"/>
    <dgm:cxn modelId="{B2810D4E-0D17-4F50-9C9F-CB0BEE6985E0}" type="presParOf" srcId="{F7F1FE40-98D3-4101-84A6-8D9E93ABCD4F}" destId="{EC59917E-03E5-47D3-AF6D-63636507169C}" srcOrd="7" destOrd="0" presId="urn:microsoft.com/office/officeart/2018/5/layout/IconCircleLabelList"/>
    <dgm:cxn modelId="{215A0E57-6F16-436C-9C1E-C9E5C7FC2FE1}" type="presParOf" srcId="{F7F1FE40-98D3-4101-84A6-8D9E93ABCD4F}" destId="{2F10F075-2999-43B1-8AE4-2812C17C3150}" srcOrd="8" destOrd="0" presId="urn:microsoft.com/office/officeart/2018/5/layout/IconCircleLabelList"/>
    <dgm:cxn modelId="{D0B6FDFD-1F59-4A9E-9D26-6B58E63F36E7}" type="presParOf" srcId="{2F10F075-2999-43B1-8AE4-2812C17C3150}" destId="{10D43F05-4604-4967-8D41-4CD225556C1F}" srcOrd="0" destOrd="0" presId="urn:microsoft.com/office/officeart/2018/5/layout/IconCircleLabelList"/>
    <dgm:cxn modelId="{EB473124-9587-4ACF-BA19-243C01110278}" type="presParOf" srcId="{2F10F075-2999-43B1-8AE4-2812C17C3150}" destId="{04291AE9-610B-4A58-BB89-4BE74CEB53DA}" srcOrd="1" destOrd="0" presId="urn:microsoft.com/office/officeart/2018/5/layout/IconCircleLabelList"/>
    <dgm:cxn modelId="{2BEF0A3F-A81B-4CCB-AC69-D2884A93EAA6}" type="presParOf" srcId="{2F10F075-2999-43B1-8AE4-2812C17C3150}" destId="{2259210A-2341-4D8E-A167-D0A2CD045CF6}" srcOrd="2" destOrd="0" presId="urn:microsoft.com/office/officeart/2018/5/layout/IconCircleLabelList"/>
    <dgm:cxn modelId="{C7BF18DD-4BBB-44FE-9EDB-BBD65B157AAF}" type="presParOf" srcId="{2F10F075-2999-43B1-8AE4-2812C17C3150}" destId="{317AE150-FF03-4E34-825A-2E294E0DC200}" srcOrd="3" destOrd="0" presId="urn:microsoft.com/office/officeart/2018/5/layout/IconCircleLabelList"/>
    <dgm:cxn modelId="{BF173FE8-3A40-4801-AB7B-95E1A571C922}" type="presParOf" srcId="{F7F1FE40-98D3-4101-84A6-8D9E93ABCD4F}" destId="{5399B33F-1A93-4523-B8CF-0E540305E92A}" srcOrd="9" destOrd="0" presId="urn:microsoft.com/office/officeart/2018/5/layout/IconCircleLabelList"/>
    <dgm:cxn modelId="{9BB87F1C-E5B9-4224-AFCE-85DF5BEB5A41}" type="presParOf" srcId="{F7F1FE40-98D3-4101-84A6-8D9E93ABCD4F}" destId="{2F504FA3-0126-4AA5-9479-B25459B6A372}" srcOrd="10" destOrd="0" presId="urn:microsoft.com/office/officeart/2018/5/layout/IconCircleLabelList"/>
    <dgm:cxn modelId="{57589045-7CC1-40D8-AC64-B3FE4B83A5AD}" type="presParOf" srcId="{2F504FA3-0126-4AA5-9479-B25459B6A372}" destId="{9E7840BF-45D9-45D3-8919-C11148DB0AB8}" srcOrd="0" destOrd="0" presId="urn:microsoft.com/office/officeart/2018/5/layout/IconCircleLabelList"/>
    <dgm:cxn modelId="{A4AE7124-08C0-424A-BF7F-ACBBECF01589}" type="presParOf" srcId="{2F504FA3-0126-4AA5-9479-B25459B6A372}" destId="{92AEFED2-F7F1-45D6-830C-4DC5BF6FAEA0}" srcOrd="1" destOrd="0" presId="urn:microsoft.com/office/officeart/2018/5/layout/IconCircleLabelList"/>
    <dgm:cxn modelId="{FEBEEBCE-4601-4140-8C45-58FCCC3806DD}" type="presParOf" srcId="{2F504FA3-0126-4AA5-9479-B25459B6A372}" destId="{4EFF52B6-6438-4934-B003-2C5B3DE2793F}" srcOrd="2" destOrd="0" presId="urn:microsoft.com/office/officeart/2018/5/layout/IconCircleLabelList"/>
    <dgm:cxn modelId="{10B964CC-3D20-4610-8C62-FFA5631E9C92}" type="presParOf" srcId="{2F504FA3-0126-4AA5-9479-B25459B6A372}" destId="{0A3008EC-FDE2-4592-94E6-40A895674377}" srcOrd="3" destOrd="0" presId="urn:microsoft.com/office/officeart/2018/5/layout/IconCircleLabelList"/>
    <dgm:cxn modelId="{CA671330-F4F1-4C34-8A62-2DEDA4CEF8FC}" type="presParOf" srcId="{F7F1FE40-98D3-4101-84A6-8D9E93ABCD4F}" destId="{FAE1C591-E67B-4A8C-99F9-F9F458704616}" srcOrd="11" destOrd="0" presId="urn:microsoft.com/office/officeart/2018/5/layout/IconCircleLabelList"/>
    <dgm:cxn modelId="{1EF50759-6D18-477C-8277-07E872CBC517}" type="presParOf" srcId="{F7F1FE40-98D3-4101-84A6-8D9E93ABCD4F}" destId="{F8372BA3-E12D-49A7-9306-84AC5829F28C}" srcOrd="12" destOrd="0" presId="urn:microsoft.com/office/officeart/2018/5/layout/IconCircleLabelList"/>
    <dgm:cxn modelId="{0A86C903-0079-415C-9E4F-C955FD6FF56D}" type="presParOf" srcId="{F8372BA3-E12D-49A7-9306-84AC5829F28C}" destId="{C037F9C6-C4B1-48CD-A8C1-5AF2FDD8EDB9}" srcOrd="0" destOrd="0" presId="urn:microsoft.com/office/officeart/2018/5/layout/IconCircleLabelList"/>
    <dgm:cxn modelId="{0CD35F81-5B43-42A0-B7BE-01F7EDEDE417}" type="presParOf" srcId="{F8372BA3-E12D-49A7-9306-84AC5829F28C}" destId="{FDD52CE5-4F30-4E02-9562-9639049181DF}" srcOrd="1" destOrd="0" presId="urn:microsoft.com/office/officeart/2018/5/layout/IconCircleLabelList"/>
    <dgm:cxn modelId="{7B12AEDA-6A0B-423B-A514-5DB16217C2E3}" type="presParOf" srcId="{F8372BA3-E12D-49A7-9306-84AC5829F28C}" destId="{2764D723-0C2C-415E-9990-DD8306B333A5}" srcOrd="2" destOrd="0" presId="urn:microsoft.com/office/officeart/2018/5/layout/IconCircleLabelList"/>
    <dgm:cxn modelId="{F314AD28-FA0E-44C9-BBC2-6574019342B9}" type="presParOf" srcId="{F8372BA3-E12D-49A7-9306-84AC5829F28C}" destId="{B5C24426-907F-463E-BF12-8BD67B7768FA}" srcOrd="3" destOrd="0" presId="urn:microsoft.com/office/officeart/2018/5/layout/IconCircleLabelList"/>
    <dgm:cxn modelId="{0EE7D521-A4CA-4B83-A8D3-E75C2C880622}" type="presParOf" srcId="{F7F1FE40-98D3-4101-84A6-8D9E93ABCD4F}" destId="{BA8D9391-31C5-4D3E-901F-6346178C063F}" srcOrd="13" destOrd="0" presId="urn:microsoft.com/office/officeart/2018/5/layout/IconCircleLabelList"/>
    <dgm:cxn modelId="{F2CD409C-8BD4-48BD-9B65-F1D76C8A1045}" type="presParOf" srcId="{F7F1FE40-98D3-4101-84A6-8D9E93ABCD4F}" destId="{2A9898C0-4B66-42E7-8CF4-7A18B9F512DE}" srcOrd="14" destOrd="0" presId="urn:microsoft.com/office/officeart/2018/5/layout/IconCircleLabelList"/>
    <dgm:cxn modelId="{CD1013D8-D23E-45D4-B7D1-46BBA9A135D6}" type="presParOf" srcId="{2A9898C0-4B66-42E7-8CF4-7A18B9F512DE}" destId="{1BA787B2-9121-4DBA-9D1F-BB6C5B4D29FD}" srcOrd="0" destOrd="0" presId="urn:microsoft.com/office/officeart/2018/5/layout/IconCircleLabelList"/>
    <dgm:cxn modelId="{B956CC16-0FF7-4070-BEA0-7A011E6664ED}" type="presParOf" srcId="{2A9898C0-4B66-42E7-8CF4-7A18B9F512DE}" destId="{50217131-981C-4127-838D-6F9AD10B0EDC}" srcOrd="1" destOrd="0" presId="urn:microsoft.com/office/officeart/2018/5/layout/IconCircleLabelList"/>
    <dgm:cxn modelId="{6293F594-BCE3-466B-ACE8-F889BC9A5C58}" type="presParOf" srcId="{2A9898C0-4B66-42E7-8CF4-7A18B9F512DE}" destId="{338B4D4C-92E1-4C0C-B4D7-B663D81AFC12}" srcOrd="2" destOrd="0" presId="urn:microsoft.com/office/officeart/2018/5/layout/IconCircleLabelList"/>
    <dgm:cxn modelId="{1B03C7AC-6EBB-459C-AD5B-5B39522BF026}" type="presParOf" srcId="{2A9898C0-4B66-42E7-8CF4-7A18B9F512DE}" destId="{4D251299-6CDE-4BD5-9BD3-C493C7F82599}"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D49928-7360-456E-AE54-F93D0F38F11C}">
      <dsp:nvSpPr>
        <dsp:cNvPr id="0" name=""/>
        <dsp:cNvSpPr/>
      </dsp:nvSpPr>
      <dsp:spPr>
        <a:xfrm>
          <a:off x="635126" y="26808"/>
          <a:ext cx="1268408" cy="126840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E241A8-02D0-4567-9A0A-AB896B4A8E8E}">
      <dsp:nvSpPr>
        <dsp:cNvPr id="0" name=""/>
        <dsp:cNvSpPr/>
      </dsp:nvSpPr>
      <dsp:spPr>
        <a:xfrm>
          <a:off x="905442" y="297124"/>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942F05-9637-4424-B7EA-CEAE711AB5AE}">
      <dsp:nvSpPr>
        <dsp:cNvPr id="0" name=""/>
        <dsp:cNvSpPr/>
      </dsp:nvSpPr>
      <dsp:spPr>
        <a:xfrm>
          <a:off x="229651" y="1690294"/>
          <a:ext cx="207935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Strong analytical and troubleshooting skills</a:t>
          </a:r>
          <a:endParaRPr lang="en-US" sz="1500" kern="1200"/>
        </a:p>
      </dsp:txBody>
      <dsp:txXfrm>
        <a:off x="229651" y="1690294"/>
        <a:ext cx="2079357" cy="720000"/>
      </dsp:txXfrm>
    </dsp:sp>
    <dsp:sp modelId="{5682FF8B-8361-4D21-9782-61A6E420DE99}">
      <dsp:nvSpPr>
        <dsp:cNvPr id="0" name=""/>
        <dsp:cNvSpPr/>
      </dsp:nvSpPr>
      <dsp:spPr>
        <a:xfrm>
          <a:off x="3078371" y="26808"/>
          <a:ext cx="1268408" cy="126840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8B4CE4-375E-4D5C-BCD7-218522FFD5CA}">
      <dsp:nvSpPr>
        <dsp:cNvPr id="0" name=""/>
        <dsp:cNvSpPr/>
      </dsp:nvSpPr>
      <dsp:spPr>
        <a:xfrm>
          <a:off x="3348687" y="297124"/>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8DC406-0E80-4A54-AF90-7BEDD62A506E}">
      <dsp:nvSpPr>
        <dsp:cNvPr id="0" name=""/>
        <dsp:cNvSpPr/>
      </dsp:nvSpPr>
      <dsp:spPr>
        <a:xfrm>
          <a:off x="2672896" y="1690294"/>
          <a:ext cx="207935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Excellent problem-solving abilities</a:t>
          </a:r>
          <a:endParaRPr lang="en-US" sz="1500" kern="1200"/>
        </a:p>
      </dsp:txBody>
      <dsp:txXfrm>
        <a:off x="2672896" y="1690294"/>
        <a:ext cx="2079357" cy="720000"/>
      </dsp:txXfrm>
    </dsp:sp>
    <dsp:sp modelId="{B876785C-9FF9-4E55-8433-D2A06D979260}">
      <dsp:nvSpPr>
        <dsp:cNvPr id="0" name=""/>
        <dsp:cNvSpPr/>
      </dsp:nvSpPr>
      <dsp:spPr>
        <a:xfrm>
          <a:off x="5819591" y="52411"/>
          <a:ext cx="1543500" cy="116599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65B04F-4435-4300-82CF-76FAC72B7206}">
      <dsp:nvSpPr>
        <dsp:cNvPr id="0" name=""/>
        <dsp:cNvSpPr/>
      </dsp:nvSpPr>
      <dsp:spPr>
        <a:xfrm>
          <a:off x="6227453" y="271522"/>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955FAB-7570-4010-A41C-DB454E24E5D0}">
      <dsp:nvSpPr>
        <dsp:cNvPr id="0" name=""/>
        <dsp:cNvSpPr/>
      </dsp:nvSpPr>
      <dsp:spPr>
        <a:xfrm>
          <a:off x="5116141" y="1664691"/>
          <a:ext cx="2950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dirty="0"/>
            <a:t>Adaptable and eager to learn new technologies</a:t>
          </a:r>
          <a:endParaRPr lang="en-US" sz="1500" kern="1200" dirty="0"/>
        </a:p>
      </dsp:txBody>
      <dsp:txXfrm>
        <a:off x="5116141" y="1664691"/>
        <a:ext cx="2950400" cy="720000"/>
      </dsp:txXfrm>
    </dsp:sp>
    <dsp:sp modelId="{F826C3AC-B00B-4B33-B0D6-6DA7EDAE2485}">
      <dsp:nvSpPr>
        <dsp:cNvPr id="0" name=""/>
        <dsp:cNvSpPr/>
      </dsp:nvSpPr>
      <dsp:spPr>
        <a:xfrm>
          <a:off x="8835903" y="26808"/>
          <a:ext cx="1268408" cy="126840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16B282-3804-4381-8A2B-B97C651D5A3E}">
      <dsp:nvSpPr>
        <dsp:cNvPr id="0" name=""/>
        <dsp:cNvSpPr/>
      </dsp:nvSpPr>
      <dsp:spPr>
        <a:xfrm>
          <a:off x="9106220" y="297124"/>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EEA1A8-B5BD-4C30-A2CF-53F9610E40E8}">
      <dsp:nvSpPr>
        <dsp:cNvPr id="0" name=""/>
        <dsp:cNvSpPr/>
      </dsp:nvSpPr>
      <dsp:spPr>
        <a:xfrm>
          <a:off x="8430429" y="1690294"/>
          <a:ext cx="207935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Effective written and verbal communication</a:t>
          </a:r>
          <a:endParaRPr lang="en-US" sz="1500" kern="1200"/>
        </a:p>
      </dsp:txBody>
      <dsp:txXfrm>
        <a:off x="8430429" y="1690294"/>
        <a:ext cx="2079357" cy="720000"/>
      </dsp:txXfrm>
    </dsp:sp>
    <dsp:sp modelId="{10D43F05-4604-4967-8D41-4CD225556C1F}">
      <dsp:nvSpPr>
        <dsp:cNvPr id="0" name=""/>
        <dsp:cNvSpPr/>
      </dsp:nvSpPr>
      <dsp:spPr>
        <a:xfrm>
          <a:off x="1070647" y="2930133"/>
          <a:ext cx="1268408" cy="126840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291AE9-610B-4A58-BB89-4BE74CEB53DA}">
      <dsp:nvSpPr>
        <dsp:cNvPr id="0" name=""/>
        <dsp:cNvSpPr/>
      </dsp:nvSpPr>
      <dsp:spPr>
        <a:xfrm>
          <a:off x="1340963" y="3200450"/>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7AE150-FF03-4E34-825A-2E294E0DC200}">
      <dsp:nvSpPr>
        <dsp:cNvPr id="0" name=""/>
        <dsp:cNvSpPr/>
      </dsp:nvSpPr>
      <dsp:spPr>
        <a:xfrm>
          <a:off x="665172" y="4593619"/>
          <a:ext cx="207935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Team collaboration and leadership</a:t>
          </a:r>
          <a:endParaRPr lang="en-US" sz="1500" kern="1200"/>
        </a:p>
      </dsp:txBody>
      <dsp:txXfrm>
        <a:off x="665172" y="4593619"/>
        <a:ext cx="2079357" cy="720000"/>
      </dsp:txXfrm>
    </dsp:sp>
    <dsp:sp modelId="{9E7840BF-45D9-45D3-8919-C11148DB0AB8}">
      <dsp:nvSpPr>
        <dsp:cNvPr id="0" name=""/>
        <dsp:cNvSpPr/>
      </dsp:nvSpPr>
      <dsp:spPr>
        <a:xfrm>
          <a:off x="3513892" y="2930133"/>
          <a:ext cx="1268408" cy="126840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AEFED2-F7F1-45D6-830C-4DC5BF6FAEA0}">
      <dsp:nvSpPr>
        <dsp:cNvPr id="0" name=""/>
        <dsp:cNvSpPr/>
      </dsp:nvSpPr>
      <dsp:spPr>
        <a:xfrm>
          <a:off x="3784208" y="3200450"/>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3008EC-FDE2-4592-94E6-40A895674377}">
      <dsp:nvSpPr>
        <dsp:cNvPr id="0" name=""/>
        <dsp:cNvSpPr/>
      </dsp:nvSpPr>
      <dsp:spPr>
        <a:xfrm>
          <a:off x="3108417" y="4593619"/>
          <a:ext cx="207935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Time management and organization</a:t>
          </a:r>
          <a:endParaRPr lang="en-US" sz="1500" kern="1200"/>
        </a:p>
      </dsp:txBody>
      <dsp:txXfrm>
        <a:off x="3108417" y="4593619"/>
        <a:ext cx="2079357" cy="720000"/>
      </dsp:txXfrm>
    </dsp:sp>
    <dsp:sp modelId="{C037F9C6-C4B1-48CD-A8C1-5AF2FDD8EDB9}">
      <dsp:nvSpPr>
        <dsp:cNvPr id="0" name=""/>
        <dsp:cNvSpPr/>
      </dsp:nvSpPr>
      <dsp:spPr>
        <a:xfrm>
          <a:off x="5957137" y="2930133"/>
          <a:ext cx="1268408" cy="126840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D52CE5-4F30-4E02-9562-9639049181DF}">
      <dsp:nvSpPr>
        <dsp:cNvPr id="0" name=""/>
        <dsp:cNvSpPr/>
      </dsp:nvSpPr>
      <dsp:spPr>
        <a:xfrm>
          <a:off x="6227453" y="3200450"/>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C24426-907F-463E-BF12-8BD67B7768FA}">
      <dsp:nvSpPr>
        <dsp:cNvPr id="0" name=""/>
        <dsp:cNvSpPr/>
      </dsp:nvSpPr>
      <dsp:spPr>
        <a:xfrm>
          <a:off x="5551662" y="4593619"/>
          <a:ext cx="207935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Commitment to ethical conduct</a:t>
          </a:r>
          <a:endParaRPr lang="en-US" sz="1500" kern="1200"/>
        </a:p>
      </dsp:txBody>
      <dsp:txXfrm>
        <a:off x="5551662" y="4593619"/>
        <a:ext cx="2079357" cy="720000"/>
      </dsp:txXfrm>
    </dsp:sp>
    <dsp:sp modelId="{1BA787B2-9121-4DBA-9D1F-BB6C5B4D29FD}">
      <dsp:nvSpPr>
        <dsp:cNvPr id="0" name=""/>
        <dsp:cNvSpPr/>
      </dsp:nvSpPr>
      <dsp:spPr>
        <a:xfrm>
          <a:off x="8400382" y="2930133"/>
          <a:ext cx="1268408" cy="126840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217131-981C-4127-838D-6F9AD10B0EDC}">
      <dsp:nvSpPr>
        <dsp:cNvPr id="0" name=""/>
        <dsp:cNvSpPr/>
      </dsp:nvSpPr>
      <dsp:spPr>
        <a:xfrm>
          <a:off x="8670698" y="3200450"/>
          <a:ext cx="727775" cy="7277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251299-6CDE-4BD5-9BD3-C493C7F82599}">
      <dsp:nvSpPr>
        <dsp:cNvPr id="0" name=""/>
        <dsp:cNvSpPr/>
      </dsp:nvSpPr>
      <dsp:spPr>
        <a:xfrm>
          <a:off x="7994907" y="4593619"/>
          <a:ext cx="207935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Continuous improvement mindset </a:t>
          </a:r>
          <a:endParaRPr lang="en-US" sz="1500" kern="1200"/>
        </a:p>
      </dsp:txBody>
      <dsp:txXfrm>
        <a:off x="7994907" y="4593619"/>
        <a:ext cx="2079357"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A8BE9-982A-4F05-BDC2-3A90516F6957}"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793E6-C714-4EEE-BF86-9C799FFC96A4}" type="slidenum">
              <a:rPr lang="en-US" smtClean="0"/>
              <a:t>‹#›</a:t>
            </a:fld>
            <a:endParaRPr lang="en-US"/>
          </a:p>
        </p:txBody>
      </p:sp>
    </p:spTree>
    <p:extLst>
      <p:ext uri="{BB962C8B-B14F-4D97-AF65-F5344CB8AC3E}">
        <p14:creationId xmlns:p14="http://schemas.microsoft.com/office/powerpoint/2010/main" val="99543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E793E6-C714-4EEE-BF86-9C799FFC96A4}" type="slidenum">
              <a:rPr lang="en-US" smtClean="0"/>
              <a:t>2</a:t>
            </a:fld>
            <a:endParaRPr lang="en-US"/>
          </a:p>
        </p:txBody>
      </p:sp>
    </p:spTree>
    <p:extLst>
      <p:ext uri="{BB962C8B-B14F-4D97-AF65-F5344CB8AC3E}">
        <p14:creationId xmlns:p14="http://schemas.microsoft.com/office/powerpoint/2010/main" val="3710400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E793E6-C714-4EEE-BF86-9C799FFC96A4}" type="slidenum">
              <a:rPr lang="en-US" smtClean="0"/>
              <a:t>3</a:t>
            </a:fld>
            <a:endParaRPr lang="en-US"/>
          </a:p>
        </p:txBody>
      </p:sp>
    </p:spTree>
    <p:extLst>
      <p:ext uri="{BB962C8B-B14F-4D97-AF65-F5344CB8AC3E}">
        <p14:creationId xmlns:p14="http://schemas.microsoft.com/office/powerpoint/2010/main" val="3141337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E793E6-C714-4EEE-BF86-9C799FFC96A4}" type="slidenum">
              <a:rPr lang="en-US" smtClean="0"/>
              <a:t>6</a:t>
            </a:fld>
            <a:endParaRPr lang="en-US"/>
          </a:p>
        </p:txBody>
      </p:sp>
    </p:spTree>
    <p:extLst>
      <p:ext uri="{BB962C8B-B14F-4D97-AF65-F5344CB8AC3E}">
        <p14:creationId xmlns:p14="http://schemas.microsoft.com/office/powerpoint/2010/main" val="3510525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E793E6-C714-4EEE-BF86-9C799FFC96A4}" type="slidenum">
              <a:rPr lang="en-US" smtClean="0"/>
              <a:t>8</a:t>
            </a:fld>
            <a:endParaRPr lang="en-US"/>
          </a:p>
        </p:txBody>
      </p:sp>
    </p:spTree>
    <p:extLst>
      <p:ext uri="{BB962C8B-B14F-4D97-AF65-F5344CB8AC3E}">
        <p14:creationId xmlns:p14="http://schemas.microsoft.com/office/powerpoint/2010/main" val="2963513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7/21/2026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7/21/2026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21BFF-46E6-1536-1CCA-0AA2B47B099B}"/>
              </a:ext>
            </a:extLst>
          </p:cNvPr>
          <p:cNvSpPr>
            <a:spLocks noGrp="1"/>
          </p:cNvSpPr>
          <p:nvPr>
            <p:ph type="ctrTitle"/>
          </p:nvPr>
        </p:nvSpPr>
        <p:spPr>
          <a:xfrm>
            <a:off x="1700212" y="693204"/>
            <a:ext cx="8791575" cy="2387600"/>
          </a:xfrm>
        </p:spPr>
        <p:txBody>
          <a:bodyPr>
            <a:normAutofit fontScale="90000"/>
          </a:bodyPr>
          <a:lstStyle/>
          <a:p>
            <a:pPr algn="ctr"/>
            <a:r>
              <a:rPr lang="en-US" dirty="0"/>
              <a:t>   </a:t>
            </a:r>
            <a:r>
              <a:rPr lang="en-US" sz="5400" dirty="0"/>
              <a:t>Professional Growth Portfolio</a:t>
            </a:r>
            <a:br>
              <a:rPr lang="en-US" dirty="0"/>
            </a:br>
            <a:br>
              <a:rPr lang="en-US" dirty="0"/>
            </a:br>
            <a:r>
              <a:rPr lang="en-US" sz="2800" dirty="0"/>
              <a:t>Ubong Stephen </a:t>
            </a:r>
            <a:r>
              <a:rPr lang="en-US" sz="2800" dirty="0" err="1"/>
              <a:t>esu</a:t>
            </a:r>
            <a:endParaRPr lang="en-US" sz="2800" dirty="0"/>
          </a:p>
        </p:txBody>
      </p:sp>
      <p:sp>
        <p:nvSpPr>
          <p:cNvPr id="3" name="Subtitle 2">
            <a:extLst>
              <a:ext uri="{FF2B5EF4-FFF2-40B4-BE49-F238E27FC236}">
                <a16:creationId xmlns:a16="http://schemas.microsoft.com/office/drawing/2014/main" id="{AD39AEFA-A2F8-DF61-5C6A-2140D4BD67C8}"/>
              </a:ext>
            </a:extLst>
          </p:cNvPr>
          <p:cNvSpPr>
            <a:spLocks noGrp="1"/>
          </p:cNvSpPr>
          <p:nvPr>
            <p:ph type="subTitle" idx="1"/>
          </p:nvPr>
        </p:nvSpPr>
        <p:spPr>
          <a:xfrm>
            <a:off x="1700212" y="3620450"/>
            <a:ext cx="8791575" cy="1655762"/>
          </a:xfrm>
        </p:spPr>
        <p:txBody>
          <a:bodyPr/>
          <a:lstStyle/>
          <a:p>
            <a:r>
              <a:rPr lang="en-US" b="1" dirty="0"/>
              <a:t>            </a:t>
            </a:r>
            <a:r>
              <a:rPr lang="en-US" sz="2400" b="1" dirty="0"/>
              <a:t>Bachelor of Science in Information Technology</a:t>
            </a:r>
            <a:endParaRPr lang="en-US" sz="2400" dirty="0"/>
          </a:p>
          <a:p>
            <a:r>
              <a:rPr lang="en-US" sz="4000" b="1" dirty="0"/>
              <a:t>                  </a:t>
            </a:r>
            <a:r>
              <a:rPr lang="en-US" sz="4400" b="1" dirty="0">
                <a:solidFill>
                  <a:schemeClr val="accent1">
                    <a:lumMod val="50000"/>
                  </a:schemeClr>
                </a:solidFill>
              </a:rPr>
              <a:t>Ensign College</a:t>
            </a:r>
            <a:endParaRPr lang="en-US" sz="4400" dirty="0">
              <a:solidFill>
                <a:schemeClr val="accent1">
                  <a:lumMod val="50000"/>
                </a:schemeClr>
              </a:solidFill>
            </a:endParaRPr>
          </a:p>
          <a:p>
            <a:endParaRPr lang="en-US" dirty="0"/>
          </a:p>
        </p:txBody>
      </p:sp>
    </p:spTree>
    <p:extLst>
      <p:ext uri="{BB962C8B-B14F-4D97-AF65-F5344CB8AC3E}">
        <p14:creationId xmlns:p14="http://schemas.microsoft.com/office/powerpoint/2010/main" val="1441999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96B9A-8D40-9BA5-2945-06E8F517A8A7}"/>
              </a:ext>
            </a:extLst>
          </p:cNvPr>
          <p:cNvSpPr>
            <a:spLocks noGrp="1"/>
          </p:cNvSpPr>
          <p:nvPr>
            <p:ph type="title"/>
          </p:nvPr>
        </p:nvSpPr>
        <p:spPr>
          <a:xfrm>
            <a:off x="1143001" y="621474"/>
            <a:ext cx="9905998" cy="1905000"/>
          </a:xfrm>
        </p:spPr>
        <p:txBody>
          <a:bodyPr/>
          <a:lstStyle/>
          <a:p>
            <a:r>
              <a:rPr lang="en-US" dirty="0"/>
              <a:t>                     </a:t>
            </a:r>
            <a:r>
              <a:rPr lang="en-US" sz="4400" dirty="0"/>
              <a:t>Table of content</a:t>
            </a:r>
            <a:br>
              <a:rPr lang="en-US" sz="4400" dirty="0"/>
            </a:br>
            <a:r>
              <a:rPr lang="en-US" sz="4400" dirty="0"/>
              <a:t>                           </a:t>
            </a:r>
            <a:r>
              <a:rPr lang="en-US" dirty="0"/>
              <a:t>part 1</a:t>
            </a:r>
          </a:p>
        </p:txBody>
      </p:sp>
      <p:sp>
        <p:nvSpPr>
          <p:cNvPr id="3" name="Text Placeholder 2">
            <a:extLst>
              <a:ext uri="{FF2B5EF4-FFF2-40B4-BE49-F238E27FC236}">
                <a16:creationId xmlns:a16="http://schemas.microsoft.com/office/drawing/2014/main" id="{852C96E3-BA74-2E6E-8F41-EB060A4D7855}"/>
              </a:ext>
            </a:extLst>
          </p:cNvPr>
          <p:cNvSpPr>
            <a:spLocks noGrp="1"/>
          </p:cNvSpPr>
          <p:nvPr>
            <p:ph type="body" idx="1"/>
          </p:nvPr>
        </p:nvSpPr>
        <p:spPr>
          <a:xfrm>
            <a:off x="1389085" y="2124974"/>
            <a:ext cx="3827492" cy="1668938"/>
          </a:xfrm>
        </p:spPr>
        <p:txBody>
          <a:bodyPr/>
          <a:lstStyle/>
          <a:p>
            <a:pPr marL="342900" indent="-342900">
              <a:buFont typeface="Wingdings" panose="05000000000000000000" pitchFamily="2" charset="2"/>
              <a:buChar char="v"/>
            </a:pPr>
            <a:r>
              <a:rPr lang="en-US" sz="3200" dirty="0"/>
              <a:t> </a:t>
            </a:r>
            <a:r>
              <a:rPr lang="en-US" sz="3600" dirty="0"/>
              <a:t>Introduction</a:t>
            </a:r>
          </a:p>
        </p:txBody>
      </p:sp>
      <p:sp>
        <p:nvSpPr>
          <p:cNvPr id="4" name="Text Placeholder 3">
            <a:extLst>
              <a:ext uri="{FF2B5EF4-FFF2-40B4-BE49-F238E27FC236}">
                <a16:creationId xmlns:a16="http://schemas.microsoft.com/office/drawing/2014/main" id="{04E0E835-449B-1542-9C2B-2A475FFD6E57}"/>
              </a:ext>
            </a:extLst>
          </p:cNvPr>
          <p:cNvSpPr>
            <a:spLocks noGrp="1"/>
          </p:cNvSpPr>
          <p:nvPr>
            <p:ph type="body" sz="half" idx="15"/>
          </p:nvPr>
        </p:nvSpPr>
        <p:spPr>
          <a:xfrm>
            <a:off x="928414" y="2276820"/>
            <a:ext cx="3195830" cy="1668938"/>
          </a:xfrm>
        </p:spPr>
        <p:txBody>
          <a:bodyPr/>
          <a:lstStyle/>
          <a:p>
            <a:r>
              <a:rPr lang="en-US" dirty="0"/>
              <a:t> </a:t>
            </a:r>
          </a:p>
          <a:p>
            <a:endParaRPr lang="en-US" dirty="0"/>
          </a:p>
          <a:p>
            <a:endParaRPr lang="en-US" dirty="0"/>
          </a:p>
        </p:txBody>
      </p:sp>
      <p:sp>
        <p:nvSpPr>
          <p:cNvPr id="5" name="Text Placeholder 4">
            <a:extLst>
              <a:ext uri="{FF2B5EF4-FFF2-40B4-BE49-F238E27FC236}">
                <a16:creationId xmlns:a16="http://schemas.microsoft.com/office/drawing/2014/main" id="{797CA8FD-870E-964F-7478-488BC964032C}"/>
              </a:ext>
            </a:extLst>
          </p:cNvPr>
          <p:cNvSpPr>
            <a:spLocks noGrp="1"/>
          </p:cNvSpPr>
          <p:nvPr>
            <p:ph type="body" sz="quarter" idx="3"/>
          </p:nvPr>
        </p:nvSpPr>
        <p:spPr>
          <a:xfrm>
            <a:off x="1361514" y="3554897"/>
            <a:ext cx="3184385" cy="1459650"/>
          </a:xfrm>
        </p:spPr>
        <p:txBody>
          <a:bodyPr/>
          <a:lstStyle/>
          <a:p>
            <a:pPr marL="457200" indent="-457200">
              <a:buFont typeface="Wingdings" panose="05000000000000000000" pitchFamily="2" charset="2"/>
              <a:buChar char="v"/>
            </a:pPr>
            <a:r>
              <a:rPr lang="en-US" sz="3200" dirty="0"/>
              <a:t> </a:t>
            </a:r>
            <a:r>
              <a:rPr lang="en-US" sz="3600" dirty="0"/>
              <a:t>Summary</a:t>
            </a:r>
          </a:p>
        </p:txBody>
      </p:sp>
      <p:sp>
        <p:nvSpPr>
          <p:cNvPr id="7" name="Text Placeholder 6">
            <a:extLst>
              <a:ext uri="{FF2B5EF4-FFF2-40B4-BE49-F238E27FC236}">
                <a16:creationId xmlns:a16="http://schemas.microsoft.com/office/drawing/2014/main" id="{9E5E0779-3810-5B5A-8BBF-988C9B998894}"/>
              </a:ext>
            </a:extLst>
          </p:cNvPr>
          <p:cNvSpPr>
            <a:spLocks noGrp="1"/>
          </p:cNvSpPr>
          <p:nvPr>
            <p:ph type="body" sz="quarter" idx="13"/>
          </p:nvPr>
        </p:nvSpPr>
        <p:spPr>
          <a:xfrm>
            <a:off x="6275256" y="2334262"/>
            <a:ext cx="5398523" cy="1459649"/>
          </a:xfrm>
        </p:spPr>
        <p:txBody>
          <a:bodyPr/>
          <a:lstStyle/>
          <a:p>
            <a:pPr marL="342900" indent="-342900">
              <a:buFont typeface="Wingdings" panose="05000000000000000000" pitchFamily="2" charset="2"/>
              <a:buChar char="v"/>
            </a:pPr>
            <a:r>
              <a:rPr lang="en-US" sz="3200" dirty="0"/>
              <a:t> </a:t>
            </a:r>
            <a:r>
              <a:rPr lang="en-US" sz="3600" dirty="0"/>
              <a:t>Résumé</a:t>
            </a:r>
            <a:r>
              <a:rPr lang="en-US" sz="3200" dirty="0"/>
              <a:t> improvements</a:t>
            </a:r>
          </a:p>
        </p:txBody>
      </p:sp>
      <p:sp>
        <p:nvSpPr>
          <p:cNvPr id="8" name="Text Placeholder 7">
            <a:extLst>
              <a:ext uri="{FF2B5EF4-FFF2-40B4-BE49-F238E27FC236}">
                <a16:creationId xmlns:a16="http://schemas.microsoft.com/office/drawing/2014/main" id="{6F3F657D-56B1-FE2F-F992-97CE36388C5A}"/>
              </a:ext>
            </a:extLst>
          </p:cNvPr>
          <p:cNvSpPr>
            <a:spLocks noGrp="1"/>
          </p:cNvSpPr>
          <p:nvPr>
            <p:ph type="body" sz="half" idx="17"/>
          </p:nvPr>
        </p:nvSpPr>
        <p:spPr>
          <a:xfrm>
            <a:off x="6275256" y="4479974"/>
            <a:ext cx="5578745" cy="1342293"/>
          </a:xfrm>
        </p:spPr>
        <p:txBody>
          <a:bodyPr>
            <a:normAutofit/>
          </a:bodyPr>
          <a:lstStyle/>
          <a:p>
            <a:pPr marL="285750" indent="-285750">
              <a:buFont typeface="Wingdings" panose="05000000000000000000" pitchFamily="2" charset="2"/>
              <a:buChar char="v"/>
            </a:pPr>
            <a:r>
              <a:rPr lang="en-US" sz="3200" dirty="0"/>
              <a:t> PROJECT NARRATIVES</a:t>
            </a:r>
          </a:p>
        </p:txBody>
      </p:sp>
    </p:spTree>
    <p:extLst>
      <p:ext uri="{BB962C8B-B14F-4D97-AF65-F5344CB8AC3E}">
        <p14:creationId xmlns:p14="http://schemas.microsoft.com/office/powerpoint/2010/main" val="2955793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6CF9C-45EA-9679-6F5B-23E83322F0BA}"/>
              </a:ext>
            </a:extLst>
          </p:cNvPr>
          <p:cNvSpPr>
            <a:spLocks noGrp="1"/>
          </p:cNvSpPr>
          <p:nvPr>
            <p:ph type="title"/>
          </p:nvPr>
        </p:nvSpPr>
        <p:spPr>
          <a:xfrm>
            <a:off x="1306304" y="-256802"/>
            <a:ext cx="9905998" cy="1478570"/>
          </a:xfrm>
        </p:spPr>
        <p:txBody>
          <a:bodyPr/>
          <a:lstStyle/>
          <a:p>
            <a:pPr algn="ctr"/>
            <a:r>
              <a:rPr lang="en-US" dirty="0"/>
              <a:t>Introduction</a:t>
            </a:r>
          </a:p>
        </p:txBody>
      </p:sp>
      <p:sp>
        <p:nvSpPr>
          <p:cNvPr id="3" name="TextBox 2">
            <a:extLst>
              <a:ext uri="{FF2B5EF4-FFF2-40B4-BE49-F238E27FC236}">
                <a16:creationId xmlns:a16="http://schemas.microsoft.com/office/drawing/2014/main" id="{39040122-AA7F-3EF7-7391-61BEC5C00101}"/>
              </a:ext>
            </a:extLst>
          </p:cNvPr>
          <p:cNvSpPr txBox="1"/>
          <p:nvPr/>
        </p:nvSpPr>
        <p:spPr>
          <a:xfrm>
            <a:off x="344774" y="809470"/>
            <a:ext cx="11760693" cy="5632311"/>
          </a:xfrm>
          <a:prstGeom prst="rect">
            <a:avLst/>
          </a:prstGeom>
          <a:noFill/>
        </p:spPr>
        <p:txBody>
          <a:bodyPr wrap="square" rtlCol="0">
            <a:spAutoFit/>
          </a:bodyPr>
          <a:lstStyle/>
          <a:p>
            <a:r>
              <a:rPr lang="en-US" sz="2000" dirty="0"/>
              <a:t>Welcome to my Professional Growth Portfolio. This portfolio represents my journey as an Information Technology student, highlighting the knowledge, technical skills, professional values, and experiences I have gained throughout my studies at Ensign College. It demonstrates my commitment to lifelong learning, ethical decision-making, and continuous improvement as I prepare for a career in Information Technology.</a:t>
            </a:r>
          </a:p>
          <a:p>
            <a:r>
              <a:rPr lang="en-US" sz="2000" dirty="0"/>
              <a:t>Throughout my academic journey, I have developed practical experience in cloud computing, system administration, networking, cybersecurity, virtualization, and technical support. My coursework has allowed me to apply theoretical concepts to real-world scenarios using technologies such as Microsoft Azure, Windows Server, Linux, Microsoft Entra ID, Docker, VirtualBox, VMware, SQL Server, Cisco Packet Tracer, and </a:t>
            </a:r>
            <a:r>
              <a:rPr lang="en-US" sz="2000" dirty="0" err="1"/>
              <a:t>Wazuh</a:t>
            </a:r>
            <a:r>
              <a:rPr lang="en-US" sz="2000" dirty="0"/>
              <a:t> Security Information and Event Management (SIEM).</a:t>
            </a:r>
          </a:p>
          <a:p>
            <a:endParaRPr lang="en-US" sz="2000" dirty="0"/>
          </a:p>
          <a:p>
            <a:r>
              <a:rPr lang="en-US" sz="2000" dirty="0"/>
              <a:t>In addition to technical development, my education has strengthened my professional character. I strive to approach every project with integrity, accountability, respect, and a desire to serve others. I believe that technical competence and strong moral values work together to create trustworthy IT professionals who positively influence their organizations and communities.</a:t>
            </a:r>
          </a:p>
          <a:p>
            <a:r>
              <a:rPr lang="en-US" sz="2000" dirty="0"/>
              <a:t>This portfolio showcases significant projects that demonstrate both my technical abilities and my personal growth. Each project reflects lessons learned through planning, problem-solving, collaboration, and ethical decision-making. Together, they illustrate my preparation for a career as an IT professional dedicated to providing secure, reliable, and innovative technology solutions.</a:t>
            </a:r>
          </a:p>
        </p:txBody>
      </p:sp>
    </p:spTree>
    <p:extLst>
      <p:ext uri="{BB962C8B-B14F-4D97-AF65-F5344CB8AC3E}">
        <p14:creationId xmlns:p14="http://schemas.microsoft.com/office/powerpoint/2010/main" val="267025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1D593-D1AB-7CD2-DBF9-3F805804BEAC}"/>
              </a:ext>
            </a:extLst>
          </p:cNvPr>
          <p:cNvSpPr>
            <a:spLocks noGrp="1"/>
          </p:cNvSpPr>
          <p:nvPr>
            <p:ph type="title"/>
          </p:nvPr>
        </p:nvSpPr>
        <p:spPr>
          <a:xfrm>
            <a:off x="976521" y="378675"/>
            <a:ext cx="9905998" cy="1478570"/>
          </a:xfrm>
        </p:spPr>
        <p:txBody>
          <a:bodyPr/>
          <a:lstStyle/>
          <a:p>
            <a:pPr algn="ctr"/>
            <a:r>
              <a:rPr lang="en-US" dirty="0"/>
              <a:t>Summary</a:t>
            </a:r>
          </a:p>
        </p:txBody>
      </p:sp>
      <p:sp>
        <p:nvSpPr>
          <p:cNvPr id="3" name="TextBox 2">
            <a:extLst>
              <a:ext uri="{FF2B5EF4-FFF2-40B4-BE49-F238E27FC236}">
                <a16:creationId xmlns:a16="http://schemas.microsoft.com/office/drawing/2014/main" id="{C7DB6C36-CEE6-D3F9-08CF-BDF0CE114EBB}"/>
              </a:ext>
            </a:extLst>
          </p:cNvPr>
          <p:cNvSpPr txBox="1"/>
          <p:nvPr/>
        </p:nvSpPr>
        <p:spPr>
          <a:xfrm>
            <a:off x="299803" y="1487603"/>
            <a:ext cx="11437495" cy="4893647"/>
          </a:xfrm>
          <a:prstGeom prst="rect">
            <a:avLst/>
          </a:prstGeom>
          <a:noFill/>
        </p:spPr>
        <p:txBody>
          <a:bodyPr wrap="square" rtlCol="0">
            <a:spAutoFit/>
          </a:bodyPr>
          <a:lstStyle/>
          <a:p>
            <a:r>
              <a:rPr lang="en-US" sz="2400" dirty="0"/>
              <a:t>I am an aspiring Information Technology professional with a strong interest in cloud computing, systems administration, technical support, cybersecurity, and enterprise infrastructure. My education has equipped me with practical experience implementing and supporting modern IT solutions using Microsoft Azure, Windows Server, Linux, virtualization platforms, networking technologies, and cloud services.</a:t>
            </a:r>
          </a:p>
          <a:p>
            <a:endParaRPr lang="en-US" sz="2400" dirty="0"/>
          </a:p>
          <a:p>
            <a:r>
              <a:rPr lang="en-US" sz="2400" dirty="0"/>
              <a:t>I enjoy solving technical problems, learning emerging technologies, and helping users successfully adopt technology. My goal is to build a career where I can contribute to secure, scalable, and reliable IT environments while continually expanding my knowledge through professional certifications and hands-on experience.</a:t>
            </a:r>
          </a:p>
          <a:p>
            <a:r>
              <a:rPr lang="en-US" sz="2400" dirty="0"/>
              <a:t>I value teamwork, honesty, accountability, adaptability, and continuous learning. These values guide my professional decisions and help me build positive relationships with colleagues and clients.</a:t>
            </a:r>
          </a:p>
        </p:txBody>
      </p:sp>
    </p:spTree>
    <p:extLst>
      <p:ext uri="{BB962C8B-B14F-4D97-AF65-F5344CB8AC3E}">
        <p14:creationId xmlns:p14="http://schemas.microsoft.com/office/powerpoint/2010/main" val="2038375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92C7-6F56-D874-4B8B-B4A2866AC290}"/>
              </a:ext>
            </a:extLst>
          </p:cNvPr>
          <p:cNvSpPr>
            <a:spLocks noGrp="1"/>
          </p:cNvSpPr>
          <p:nvPr>
            <p:ph type="title"/>
          </p:nvPr>
        </p:nvSpPr>
        <p:spPr>
          <a:xfrm>
            <a:off x="1306305" y="0"/>
            <a:ext cx="9905998" cy="1478570"/>
          </a:xfrm>
        </p:spPr>
        <p:txBody>
          <a:bodyPr/>
          <a:lstStyle/>
          <a:p>
            <a:pPr algn="ctr"/>
            <a:r>
              <a:rPr lang="en-US" dirty="0"/>
              <a:t>Résumé improvements</a:t>
            </a:r>
          </a:p>
        </p:txBody>
      </p:sp>
      <p:sp>
        <p:nvSpPr>
          <p:cNvPr id="3" name="TextBox 2">
            <a:extLst>
              <a:ext uri="{FF2B5EF4-FFF2-40B4-BE49-F238E27FC236}">
                <a16:creationId xmlns:a16="http://schemas.microsoft.com/office/drawing/2014/main" id="{C8EF3EC2-7659-EFCF-EF71-31D4D915B9A2}"/>
              </a:ext>
            </a:extLst>
          </p:cNvPr>
          <p:cNvSpPr txBox="1"/>
          <p:nvPr/>
        </p:nvSpPr>
        <p:spPr>
          <a:xfrm>
            <a:off x="1224197" y="1058065"/>
            <a:ext cx="9743606" cy="2739211"/>
          </a:xfrm>
          <a:prstGeom prst="rect">
            <a:avLst/>
          </a:prstGeom>
          <a:noFill/>
        </p:spPr>
        <p:txBody>
          <a:bodyPr wrap="square" rtlCol="0">
            <a:spAutoFit/>
          </a:bodyPr>
          <a:lstStyle/>
          <a:p>
            <a:pPr algn="ctr"/>
            <a:r>
              <a:rPr lang="en-US" sz="3200" dirty="0"/>
              <a:t>  Career Objective</a:t>
            </a:r>
          </a:p>
          <a:p>
            <a:r>
              <a:rPr lang="en-US" sz="2800" dirty="0"/>
              <a:t>To obtain a challenging Information Technology position where I can apply my knowledge of cloud computing, systems administration, technical support, and cybersecurity while continuing to develop professionally through practical experience, collaboration, and lifelong learning.</a:t>
            </a:r>
          </a:p>
        </p:txBody>
      </p:sp>
      <p:sp>
        <p:nvSpPr>
          <p:cNvPr id="5" name="TextBox 4">
            <a:extLst>
              <a:ext uri="{FF2B5EF4-FFF2-40B4-BE49-F238E27FC236}">
                <a16:creationId xmlns:a16="http://schemas.microsoft.com/office/drawing/2014/main" id="{5D1D2BAD-954A-1966-8072-A1DAD52E8D83}"/>
              </a:ext>
            </a:extLst>
          </p:cNvPr>
          <p:cNvSpPr txBox="1"/>
          <p:nvPr/>
        </p:nvSpPr>
        <p:spPr>
          <a:xfrm>
            <a:off x="4427435" y="3902207"/>
            <a:ext cx="6100996" cy="584775"/>
          </a:xfrm>
          <a:prstGeom prst="rect">
            <a:avLst/>
          </a:prstGeom>
          <a:noFill/>
        </p:spPr>
        <p:txBody>
          <a:bodyPr wrap="square">
            <a:spAutoFit/>
          </a:bodyPr>
          <a:lstStyle/>
          <a:p>
            <a:r>
              <a:rPr lang="en-US" sz="3200" dirty="0"/>
              <a:t>Technical Skills</a:t>
            </a:r>
          </a:p>
        </p:txBody>
      </p:sp>
      <p:sp>
        <p:nvSpPr>
          <p:cNvPr id="6" name="TextBox 5">
            <a:extLst>
              <a:ext uri="{FF2B5EF4-FFF2-40B4-BE49-F238E27FC236}">
                <a16:creationId xmlns:a16="http://schemas.microsoft.com/office/drawing/2014/main" id="{F9D5991A-9EC4-E1D9-552E-B6FCCD651BD7}"/>
              </a:ext>
            </a:extLst>
          </p:cNvPr>
          <p:cNvSpPr txBox="1"/>
          <p:nvPr/>
        </p:nvSpPr>
        <p:spPr>
          <a:xfrm>
            <a:off x="1306305" y="4684674"/>
            <a:ext cx="3560502"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Cloud Computing</a:t>
            </a:r>
          </a:p>
        </p:txBody>
      </p:sp>
      <p:sp>
        <p:nvSpPr>
          <p:cNvPr id="8" name="TextBox 7">
            <a:extLst>
              <a:ext uri="{FF2B5EF4-FFF2-40B4-BE49-F238E27FC236}">
                <a16:creationId xmlns:a16="http://schemas.microsoft.com/office/drawing/2014/main" id="{AFB16507-8D7D-7935-7F00-46504436143F}"/>
              </a:ext>
            </a:extLst>
          </p:cNvPr>
          <p:cNvSpPr txBox="1"/>
          <p:nvPr/>
        </p:nvSpPr>
        <p:spPr>
          <a:xfrm>
            <a:off x="1306305" y="5293493"/>
            <a:ext cx="6100996" cy="461665"/>
          </a:xfrm>
          <a:prstGeom prst="rect">
            <a:avLst/>
          </a:prstGeom>
          <a:noFill/>
        </p:spPr>
        <p:txBody>
          <a:bodyPr wrap="square">
            <a:spAutoFit/>
          </a:bodyPr>
          <a:lstStyle/>
          <a:p>
            <a:pPr marL="342900" indent="-342900">
              <a:buFont typeface="Arial" panose="020B0604020202020204" pitchFamily="34" charset="0"/>
              <a:buChar char="•"/>
            </a:pPr>
            <a:r>
              <a:rPr lang="en-US" sz="2400" dirty="0"/>
              <a:t>Operating Systems</a:t>
            </a:r>
          </a:p>
        </p:txBody>
      </p:sp>
      <p:sp>
        <p:nvSpPr>
          <p:cNvPr id="10" name="TextBox 9">
            <a:extLst>
              <a:ext uri="{FF2B5EF4-FFF2-40B4-BE49-F238E27FC236}">
                <a16:creationId xmlns:a16="http://schemas.microsoft.com/office/drawing/2014/main" id="{DB8BE1F3-DEB4-8016-30BB-024964831241}"/>
              </a:ext>
            </a:extLst>
          </p:cNvPr>
          <p:cNvSpPr txBox="1"/>
          <p:nvPr/>
        </p:nvSpPr>
        <p:spPr>
          <a:xfrm>
            <a:off x="4647121" y="4701214"/>
            <a:ext cx="6100996" cy="461665"/>
          </a:xfrm>
          <a:prstGeom prst="rect">
            <a:avLst/>
          </a:prstGeom>
          <a:noFill/>
        </p:spPr>
        <p:txBody>
          <a:bodyPr wrap="square">
            <a:spAutoFit/>
          </a:bodyPr>
          <a:lstStyle/>
          <a:p>
            <a:pPr marL="342900" indent="-342900">
              <a:buFont typeface="Arial" panose="020B0604020202020204" pitchFamily="34" charset="0"/>
              <a:buChar char="•"/>
            </a:pPr>
            <a:r>
              <a:rPr lang="en-US" sz="2400" dirty="0"/>
              <a:t>Virtualization</a:t>
            </a:r>
          </a:p>
        </p:txBody>
      </p:sp>
      <p:sp>
        <p:nvSpPr>
          <p:cNvPr id="11" name="TextBox 10">
            <a:extLst>
              <a:ext uri="{FF2B5EF4-FFF2-40B4-BE49-F238E27FC236}">
                <a16:creationId xmlns:a16="http://schemas.microsoft.com/office/drawing/2014/main" id="{4DCE782C-A7FF-630E-C60F-4ABC291EDC97}"/>
              </a:ext>
            </a:extLst>
          </p:cNvPr>
          <p:cNvSpPr txBox="1"/>
          <p:nvPr/>
        </p:nvSpPr>
        <p:spPr>
          <a:xfrm>
            <a:off x="1306305" y="5885772"/>
            <a:ext cx="6100996" cy="461665"/>
          </a:xfrm>
          <a:prstGeom prst="rect">
            <a:avLst/>
          </a:prstGeom>
          <a:noFill/>
        </p:spPr>
        <p:txBody>
          <a:bodyPr wrap="square">
            <a:spAutoFit/>
          </a:bodyPr>
          <a:lstStyle/>
          <a:p>
            <a:pPr marL="342900" indent="-342900">
              <a:buFont typeface="Arial" panose="020B0604020202020204" pitchFamily="34" charset="0"/>
              <a:buChar char="•"/>
            </a:pPr>
            <a:r>
              <a:rPr lang="en-US" sz="2400" dirty="0"/>
              <a:t>Networking</a:t>
            </a:r>
          </a:p>
        </p:txBody>
      </p:sp>
      <p:sp>
        <p:nvSpPr>
          <p:cNvPr id="12" name="TextBox 11">
            <a:extLst>
              <a:ext uri="{FF2B5EF4-FFF2-40B4-BE49-F238E27FC236}">
                <a16:creationId xmlns:a16="http://schemas.microsoft.com/office/drawing/2014/main" id="{DD55A9E8-E49D-EF9B-849D-48D6F6560228}"/>
              </a:ext>
            </a:extLst>
          </p:cNvPr>
          <p:cNvSpPr txBox="1"/>
          <p:nvPr/>
        </p:nvSpPr>
        <p:spPr>
          <a:xfrm>
            <a:off x="4647121" y="5310121"/>
            <a:ext cx="6100996" cy="461665"/>
          </a:xfrm>
          <a:prstGeom prst="rect">
            <a:avLst/>
          </a:prstGeom>
          <a:noFill/>
        </p:spPr>
        <p:txBody>
          <a:bodyPr wrap="square">
            <a:spAutoFit/>
          </a:bodyPr>
          <a:lstStyle/>
          <a:p>
            <a:pPr marL="342900" indent="-342900">
              <a:buFont typeface="Arial" panose="020B0604020202020204" pitchFamily="34" charset="0"/>
              <a:buChar char="•"/>
            </a:pPr>
            <a:r>
              <a:rPr lang="en-US" sz="2400" dirty="0"/>
              <a:t>Cybersecurity</a:t>
            </a:r>
          </a:p>
        </p:txBody>
      </p:sp>
      <p:sp>
        <p:nvSpPr>
          <p:cNvPr id="13" name="TextBox 12">
            <a:extLst>
              <a:ext uri="{FF2B5EF4-FFF2-40B4-BE49-F238E27FC236}">
                <a16:creationId xmlns:a16="http://schemas.microsoft.com/office/drawing/2014/main" id="{CAB63ACB-D611-6E38-3961-5D31455BEBB6}"/>
              </a:ext>
            </a:extLst>
          </p:cNvPr>
          <p:cNvSpPr txBox="1"/>
          <p:nvPr/>
        </p:nvSpPr>
        <p:spPr>
          <a:xfrm>
            <a:off x="7697619" y="5340811"/>
            <a:ext cx="6100996" cy="461665"/>
          </a:xfrm>
          <a:prstGeom prst="rect">
            <a:avLst/>
          </a:prstGeom>
          <a:noFill/>
        </p:spPr>
        <p:txBody>
          <a:bodyPr wrap="square">
            <a:spAutoFit/>
          </a:bodyPr>
          <a:lstStyle/>
          <a:p>
            <a:pPr marL="342900" indent="-342900">
              <a:buFont typeface="Arial" panose="020B0604020202020204" pitchFamily="34" charset="0"/>
              <a:buChar char="•"/>
            </a:pPr>
            <a:r>
              <a:rPr lang="en-US" sz="2400" dirty="0"/>
              <a:t>Database Technologies</a:t>
            </a:r>
          </a:p>
        </p:txBody>
      </p:sp>
      <p:sp>
        <p:nvSpPr>
          <p:cNvPr id="14" name="TextBox 13">
            <a:extLst>
              <a:ext uri="{FF2B5EF4-FFF2-40B4-BE49-F238E27FC236}">
                <a16:creationId xmlns:a16="http://schemas.microsoft.com/office/drawing/2014/main" id="{2C90068E-6156-983D-0C81-E46CBF6B6FCF}"/>
              </a:ext>
            </a:extLst>
          </p:cNvPr>
          <p:cNvSpPr txBox="1"/>
          <p:nvPr/>
        </p:nvSpPr>
        <p:spPr>
          <a:xfrm>
            <a:off x="7697619" y="4651105"/>
            <a:ext cx="6100996" cy="461665"/>
          </a:xfrm>
          <a:prstGeom prst="rect">
            <a:avLst/>
          </a:prstGeom>
          <a:noFill/>
        </p:spPr>
        <p:txBody>
          <a:bodyPr wrap="square">
            <a:spAutoFit/>
          </a:bodyPr>
          <a:lstStyle/>
          <a:p>
            <a:pPr marL="342900" indent="-342900">
              <a:buFont typeface="Arial" panose="020B0604020202020204" pitchFamily="34" charset="0"/>
              <a:buChar char="•"/>
            </a:pPr>
            <a:r>
              <a:rPr lang="en-US" sz="2400" dirty="0"/>
              <a:t>Productivity Tools</a:t>
            </a:r>
          </a:p>
        </p:txBody>
      </p:sp>
    </p:spTree>
    <p:extLst>
      <p:ext uri="{BB962C8B-B14F-4D97-AF65-F5344CB8AC3E}">
        <p14:creationId xmlns:p14="http://schemas.microsoft.com/office/powerpoint/2010/main" val="759451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E3F98-F9B8-33DE-5604-6F1ADF8FCBAF}"/>
              </a:ext>
            </a:extLst>
          </p:cNvPr>
          <p:cNvSpPr>
            <a:spLocks noGrp="1"/>
          </p:cNvSpPr>
          <p:nvPr>
            <p:ph type="title"/>
          </p:nvPr>
        </p:nvSpPr>
        <p:spPr>
          <a:xfrm>
            <a:off x="948802" y="629834"/>
            <a:ext cx="9905998" cy="424717"/>
          </a:xfrm>
        </p:spPr>
        <p:txBody>
          <a:bodyPr>
            <a:normAutofit fontScale="90000"/>
          </a:bodyPr>
          <a:lstStyle/>
          <a:p>
            <a:r>
              <a:rPr lang="en-US" dirty="0"/>
              <a:t>Technical Skills</a:t>
            </a:r>
            <a:br>
              <a:rPr lang="en-US" dirty="0"/>
            </a:br>
            <a:endParaRPr lang="en-US" dirty="0"/>
          </a:p>
        </p:txBody>
      </p:sp>
      <p:sp>
        <p:nvSpPr>
          <p:cNvPr id="3" name="Text Placeholder 2">
            <a:extLst>
              <a:ext uri="{FF2B5EF4-FFF2-40B4-BE49-F238E27FC236}">
                <a16:creationId xmlns:a16="http://schemas.microsoft.com/office/drawing/2014/main" id="{9B785F45-1A37-57A6-2D57-958C1C31C3F9}"/>
              </a:ext>
            </a:extLst>
          </p:cNvPr>
          <p:cNvSpPr>
            <a:spLocks noGrp="1"/>
          </p:cNvSpPr>
          <p:nvPr>
            <p:ph type="body" idx="1"/>
          </p:nvPr>
        </p:nvSpPr>
        <p:spPr>
          <a:xfrm>
            <a:off x="1127918" y="1643916"/>
            <a:ext cx="3196899" cy="685800"/>
          </a:xfrm>
        </p:spPr>
        <p:txBody>
          <a:bodyPr/>
          <a:lstStyle/>
          <a:p>
            <a:r>
              <a:rPr lang="en-US" dirty="0"/>
              <a:t>Cloud Computing</a:t>
            </a:r>
          </a:p>
        </p:txBody>
      </p:sp>
      <p:sp>
        <p:nvSpPr>
          <p:cNvPr id="5" name="Text Placeholder 4">
            <a:extLst>
              <a:ext uri="{FF2B5EF4-FFF2-40B4-BE49-F238E27FC236}">
                <a16:creationId xmlns:a16="http://schemas.microsoft.com/office/drawing/2014/main" id="{1FBCAE2E-DCB9-0C8F-96B2-33E07CA50152}"/>
              </a:ext>
            </a:extLst>
          </p:cNvPr>
          <p:cNvSpPr>
            <a:spLocks noGrp="1"/>
          </p:cNvSpPr>
          <p:nvPr>
            <p:ph type="body" sz="quarter" idx="3"/>
          </p:nvPr>
        </p:nvSpPr>
        <p:spPr>
          <a:xfrm>
            <a:off x="4591987" y="1643916"/>
            <a:ext cx="3184385" cy="685800"/>
          </a:xfrm>
        </p:spPr>
        <p:txBody>
          <a:bodyPr/>
          <a:lstStyle/>
          <a:p>
            <a:r>
              <a:rPr lang="en-US" dirty="0"/>
              <a:t>Operating Systems</a:t>
            </a:r>
          </a:p>
        </p:txBody>
      </p:sp>
      <p:sp>
        <p:nvSpPr>
          <p:cNvPr id="7" name="Text Placeholder 6">
            <a:extLst>
              <a:ext uri="{FF2B5EF4-FFF2-40B4-BE49-F238E27FC236}">
                <a16:creationId xmlns:a16="http://schemas.microsoft.com/office/drawing/2014/main" id="{3EB3545D-633E-E84C-9979-CFF17CF3C017}"/>
              </a:ext>
            </a:extLst>
          </p:cNvPr>
          <p:cNvSpPr>
            <a:spLocks noGrp="1"/>
          </p:cNvSpPr>
          <p:nvPr>
            <p:ph type="body" sz="quarter" idx="13"/>
          </p:nvPr>
        </p:nvSpPr>
        <p:spPr>
          <a:xfrm>
            <a:off x="8182226" y="1684384"/>
            <a:ext cx="3194968" cy="685800"/>
          </a:xfrm>
        </p:spPr>
        <p:txBody>
          <a:bodyPr/>
          <a:lstStyle/>
          <a:p>
            <a:r>
              <a:rPr lang="en-US" dirty="0"/>
              <a:t>Networking</a:t>
            </a:r>
          </a:p>
        </p:txBody>
      </p:sp>
      <p:sp>
        <p:nvSpPr>
          <p:cNvPr id="9" name="Rectangle 1">
            <a:extLst>
              <a:ext uri="{FF2B5EF4-FFF2-40B4-BE49-F238E27FC236}">
                <a16:creationId xmlns:a16="http://schemas.microsoft.com/office/drawing/2014/main" id="{0D1489D8-095D-B661-9883-CC33019F168D}"/>
              </a:ext>
            </a:extLst>
          </p:cNvPr>
          <p:cNvSpPr>
            <a:spLocks noGrp="1" noChangeArrowheads="1"/>
          </p:cNvSpPr>
          <p:nvPr>
            <p:ph type="body" sz="half" idx="15"/>
          </p:nvPr>
        </p:nvSpPr>
        <p:spPr bwMode="auto">
          <a:xfrm>
            <a:off x="948802" y="2444095"/>
            <a:ext cx="4005905"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Microsoft Azure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Azure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Microsoft Entra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Azure Virtual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Azure Virtual Machines</a:t>
            </a:r>
          </a:p>
          <a:p>
            <a:pPr eaLnBrk="0" fontAlgn="base" hangingPunct="0">
              <a:lnSpc>
                <a:spcPct val="100000"/>
              </a:lnSpc>
              <a:spcBef>
                <a:spcPct val="0"/>
              </a:spcBef>
              <a:spcAft>
                <a:spcPct val="0"/>
              </a:spcAft>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Azure Role-Based </a:t>
            </a:r>
            <a:r>
              <a:rPr lang="en-US" altLang="en-US" sz="2400" dirty="0">
                <a:latin typeface="Arial" panose="020B0604020202020204" pitchFamily="34" charset="0"/>
              </a:rPr>
              <a:t>Access </a:t>
            </a:r>
          </a:p>
          <a:p>
            <a:pPr eaLnBrk="0" fontAlgn="base" hangingPunct="0">
              <a:lnSpc>
                <a:spcPct val="100000"/>
              </a:lnSpc>
              <a:spcBef>
                <a:spcPct val="0"/>
              </a:spcBef>
              <a:spcAft>
                <a:spcPct val="0"/>
              </a:spcAft>
              <a:buSzTx/>
              <a:buFontTx/>
              <a:buChar char="•"/>
            </a:pPr>
            <a:r>
              <a:rPr lang="en-US" altLang="en-US" sz="2400" dirty="0">
                <a:latin typeface="Arial" panose="020B0604020202020204" pitchFamily="34" charset="0"/>
              </a:rPr>
              <a:t> Azure Monitor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3" name="Rectangle 5">
            <a:extLst>
              <a:ext uri="{FF2B5EF4-FFF2-40B4-BE49-F238E27FC236}">
                <a16:creationId xmlns:a16="http://schemas.microsoft.com/office/drawing/2014/main" id="{8FBA7A7F-E6B5-4193-AF15-3AFBFA053A58}"/>
              </a:ext>
            </a:extLst>
          </p:cNvPr>
          <p:cNvSpPr>
            <a:spLocks noChangeArrowheads="1"/>
          </p:cNvSpPr>
          <p:nvPr/>
        </p:nvSpPr>
        <p:spPr bwMode="auto">
          <a:xfrm>
            <a:off x="948802" y="4983251"/>
            <a:ext cx="23310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Azure Backup </a:t>
            </a:r>
          </a:p>
        </p:txBody>
      </p:sp>
      <p:sp>
        <p:nvSpPr>
          <p:cNvPr id="14" name="Rectangle 6">
            <a:extLst>
              <a:ext uri="{FF2B5EF4-FFF2-40B4-BE49-F238E27FC236}">
                <a16:creationId xmlns:a16="http://schemas.microsoft.com/office/drawing/2014/main" id="{B0D27842-50B9-560F-6890-6B295FF78BA6}"/>
              </a:ext>
            </a:extLst>
          </p:cNvPr>
          <p:cNvSpPr>
            <a:spLocks noGrp="1" noChangeArrowheads="1"/>
          </p:cNvSpPr>
          <p:nvPr>
            <p:ph type="body" sz="half" idx="16"/>
          </p:nvPr>
        </p:nvSpPr>
        <p:spPr bwMode="auto">
          <a:xfrm>
            <a:off x="4591987" y="2575433"/>
            <a:ext cx="261962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Windows 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Windows 11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Windows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Ubuntu Linux </a:t>
            </a:r>
          </a:p>
        </p:txBody>
      </p:sp>
      <p:sp>
        <p:nvSpPr>
          <p:cNvPr id="15" name="Rectangle 7">
            <a:extLst>
              <a:ext uri="{FF2B5EF4-FFF2-40B4-BE49-F238E27FC236}">
                <a16:creationId xmlns:a16="http://schemas.microsoft.com/office/drawing/2014/main" id="{B490A628-F7BF-C037-A95B-4B7AE142BE58}"/>
              </a:ext>
            </a:extLst>
          </p:cNvPr>
          <p:cNvSpPr>
            <a:spLocks noGrp="1" noChangeArrowheads="1"/>
          </p:cNvSpPr>
          <p:nvPr>
            <p:ph type="body" sz="half" idx="17"/>
          </p:nvPr>
        </p:nvSpPr>
        <p:spPr bwMode="auto">
          <a:xfrm>
            <a:off x="8182226" y="2490733"/>
            <a:ext cx="378565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TCP/IP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DHCP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VLANs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Routing and Switching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Cisco Packet Tracer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Network Troubleshooting </a:t>
            </a:r>
          </a:p>
        </p:txBody>
      </p:sp>
    </p:spTree>
    <p:extLst>
      <p:ext uri="{BB962C8B-B14F-4D97-AF65-F5344CB8AC3E}">
        <p14:creationId xmlns:p14="http://schemas.microsoft.com/office/powerpoint/2010/main" val="347968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A7097-68C9-0BCF-EEE5-2AF43456E57C}"/>
              </a:ext>
            </a:extLst>
          </p:cNvPr>
          <p:cNvSpPr>
            <a:spLocks noGrp="1"/>
          </p:cNvSpPr>
          <p:nvPr>
            <p:ph type="title"/>
          </p:nvPr>
        </p:nvSpPr>
        <p:spPr>
          <a:xfrm>
            <a:off x="1141413" y="609600"/>
            <a:ext cx="9905998" cy="935030"/>
          </a:xfrm>
        </p:spPr>
        <p:txBody>
          <a:bodyPr/>
          <a:lstStyle/>
          <a:p>
            <a:r>
              <a:rPr lang="en-US" dirty="0"/>
              <a:t>Technical Skills</a:t>
            </a:r>
          </a:p>
        </p:txBody>
      </p:sp>
      <p:sp>
        <p:nvSpPr>
          <p:cNvPr id="3" name="Text Placeholder 2">
            <a:extLst>
              <a:ext uri="{FF2B5EF4-FFF2-40B4-BE49-F238E27FC236}">
                <a16:creationId xmlns:a16="http://schemas.microsoft.com/office/drawing/2014/main" id="{104523A3-6D5A-71A0-BE7F-405BB738888A}"/>
              </a:ext>
            </a:extLst>
          </p:cNvPr>
          <p:cNvSpPr>
            <a:spLocks noGrp="1"/>
          </p:cNvSpPr>
          <p:nvPr>
            <p:ph type="body" idx="1"/>
          </p:nvPr>
        </p:nvSpPr>
        <p:spPr>
          <a:xfrm>
            <a:off x="1107848" y="1886567"/>
            <a:ext cx="3196899" cy="685800"/>
          </a:xfrm>
        </p:spPr>
        <p:txBody>
          <a:bodyPr/>
          <a:lstStyle/>
          <a:p>
            <a:r>
              <a:rPr lang="en-US" dirty="0"/>
              <a:t>Virtualization</a:t>
            </a:r>
          </a:p>
        </p:txBody>
      </p:sp>
      <p:sp>
        <p:nvSpPr>
          <p:cNvPr id="5" name="Text Placeholder 4">
            <a:extLst>
              <a:ext uri="{FF2B5EF4-FFF2-40B4-BE49-F238E27FC236}">
                <a16:creationId xmlns:a16="http://schemas.microsoft.com/office/drawing/2014/main" id="{C136F734-61EE-A51B-D76D-8A673443BB32}"/>
              </a:ext>
            </a:extLst>
          </p:cNvPr>
          <p:cNvSpPr>
            <a:spLocks noGrp="1"/>
          </p:cNvSpPr>
          <p:nvPr>
            <p:ph type="body" sz="quarter" idx="3"/>
          </p:nvPr>
        </p:nvSpPr>
        <p:spPr>
          <a:xfrm>
            <a:off x="4766872" y="1612882"/>
            <a:ext cx="3184385" cy="685800"/>
          </a:xfrm>
        </p:spPr>
        <p:txBody>
          <a:bodyPr/>
          <a:lstStyle/>
          <a:p>
            <a:r>
              <a:rPr lang="en-US" dirty="0"/>
              <a:t>Cybersecurity</a:t>
            </a:r>
          </a:p>
        </p:txBody>
      </p:sp>
      <p:sp>
        <p:nvSpPr>
          <p:cNvPr id="7" name="Text Placeholder 6">
            <a:extLst>
              <a:ext uri="{FF2B5EF4-FFF2-40B4-BE49-F238E27FC236}">
                <a16:creationId xmlns:a16="http://schemas.microsoft.com/office/drawing/2014/main" id="{151A1AFF-83DA-4A79-E631-51E48C705117}"/>
              </a:ext>
            </a:extLst>
          </p:cNvPr>
          <p:cNvSpPr>
            <a:spLocks noGrp="1"/>
          </p:cNvSpPr>
          <p:nvPr>
            <p:ph type="body" sz="quarter" idx="13"/>
          </p:nvPr>
        </p:nvSpPr>
        <p:spPr>
          <a:xfrm>
            <a:off x="9015350" y="2125561"/>
            <a:ext cx="3194968" cy="685800"/>
          </a:xfrm>
        </p:spPr>
        <p:txBody>
          <a:bodyPr/>
          <a:lstStyle/>
          <a:p>
            <a:r>
              <a:rPr lang="en-US" dirty="0"/>
              <a:t>Database Technologies</a:t>
            </a:r>
          </a:p>
        </p:txBody>
      </p:sp>
      <p:sp>
        <p:nvSpPr>
          <p:cNvPr id="9" name="Rectangle 1">
            <a:extLst>
              <a:ext uri="{FF2B5EF4-FFF2-40B4-BE49-F238E27FC236}">
                <a16:creationId xmlns:a16="http://schemas.microsoft.com/office/drawing/2014/main" id="{98724837-8F16-68E9-15F0-89CAEEFC8E4C}"/>
              </a:ext>
            </a:extLst>
          </p:cNvPr>
          <p:cNvSpPr>
            <a:spLocks noGrp="1" noChangeArrowheads="1"/>
          </p:cNvSpPr>
          <p:nvPr>
            <p:ph type="body" sz="half" idx="15"/>
          </p:nvPr>
        </p:nvSpPr>
        <p:spPr bwMode="auto">
          <a:xfrm>
            <a:off x="781731" y="2634389"/>
            <a:ext cx="384913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VMware Workstation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Oracle VirtualBox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Docker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Windows Subsystem for Linux </a:t>
            </a:r>
          </a:p>
        </p:txBody>
      </p:sp>
      <p:sp>
        <p:nvSpPr>
          <p:cNvPr id="10" name="Rectangle 2">
            <a:extLst>
              <a:ext uri="{FF2B5EF4-FFF2-40B4-BE49-F238E27FC236}">
                <a16:creationId xmlns:a16="http://schemas.microsoft.com/office/drawing/2014/main" id="{9E4F20F3-6031-CFFD-FEE0-E7295B80358E}"/>
              </a:ext>
            </a:extLst>
          </p:cNvPr>
          <p:cNvSpPr>
            <a:spLocks noGrp="1" noChangeArrowheads="1"/>
          </p:cNvSpPr>
          <p:nvPr>
            <p:ph type="body" sz="half" idx="16"/>
          </p:nvPr>
        </p:nvSpPr>
        <p:spPr bwMode="auto">
          <a:xfrm>
            <a:off x="4630862" y="2427356"/>
            <a:ext cx="4118692"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Wazuh</a:t>
            </a:r>
            <a:r>
              <a:rPr kumimoji="0" lang="en-US" altLang="en-US" sz="2000" b="0" i="0" u="none" strike="noStrike" cap="none" normalizeH="0" baseline="0" dirty="0">
                <a:ln>
                  <a:noFill/>
                </a:ln>
                <a:solidFill>
                  <a:schemeClr val="tx1"/>
                </a:solidFill>
                <a:effectLst/>
                <a:latin typeface="Arial" panose="020B0604020202020204" pitchFamily="34" charset="0"/>
              </a:rPr>
              <a:t> SIEM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Vulnerability Assessment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Security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Identity and Access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Least Privilege Access Control </a:t>
            </a:r>
          </a:p>
        </p:txBody>
      </p:sp>
      <p:sp>
        <p:nvSpPr>
          <p:cNvPr id="11" name="Rectangle 3">
            <a:extLst>
              <a:ext uri="{FF2B5EF4-FFF2-40B4-BE49-F238E27FC236}">
                <a16:creationId xmlns:a16="http://schemas.microsoft.com/office/drawing/2014/main" id="{0880CB87-3823-F7E7-1647-940B13E16705}"/>
              </a:ext>
            </a:extLst>
          </p:cNvPr>
          <p:cNvSpPr>
            <a:spLocks noGrp="1" noChangeArrowheads="1"/>
          </p:cNvSpPr>
          <p:nvPr>
            <p:ph type="body" sz="half" idx="17"/>
          </p:nvPr>
        </p:nvSpPr>
        <p:spPr bwMode="auto">
          <a:xfrm>
            <a:off x="8696689" y="3009330"/>
            <a:ext cx="37956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Microsoft SQL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SQL Server Management Studio  </a:t>
            </a:r>
          </a:p>
        </p:txBody>
      </p:sp>
      <p:sp>
        <p:nvSpPr>
          <p:cNvPr id="12" name="TextBox 11">
            <a:extLst>
              <a:ext uri="{FF2B5EF4-FFF2-40B4-BE49-F238E27FC236}">
                <a16:creationId xmlns:a16="http://schemas.microsoft.com/office/drawing/2014/main" id="{67EA998A-3761-6DDC-9B4E-D07371598D94}"/>
              </a:ext>
            </a:extLst>
          </p:cNvPr>
          <p:cNvSpPr txBox="1"/>
          <p:nvPr/>
        </p:nvSpPr>
        <p:spPr>
          <a:xfrm>
            <a:off x="4497050" y="4409713"/>
            <a:ext cx="5726242" cy="461665"/>
          </a:xfrm>
          <a:prstGeom prst="rect">
            <a:avLst/>
          </a:prstGeom>
          <a:noFill/>
        </p:spPr>
        <p:txBody>
          <a:bodyPr wrap="square" rtlCol="0">
            <a:spAutoFit/>
          </a:bodyPr>
          <a:lstStyle/>
          <a:p>
            <a:r>
              <a:rPr lang="en-US" sz="2400" dirty="0"/>
              <a:t>PRODUCTIVITY TOOLS</a:t>
            </a:r>
          </a:p>
        </p:txBody>
      </p:sp>
      <p:sp>
        <p:nvSpPr>
          <p:cNvPr id="14" name="Rectangle 4">
            <a:extLst>
              <a:ext uri="{FF2B5EF4-FFF2-40B4-BE49-F238E27FC236}">
                <a16:creationId xmlns:a16="http://schemas.microsoft.com/office/drawing/2014/main" id="{7DCB17F1-9D7E-DB31-B997-F9E4C823740C}"/>
              </a:ext>
            </a:extLst>
          </p:cNvPr>
          <p:cNvSpPr>
            <a:spLocks noChangeArrowheads="1"/>
          </p:cNvSpPr>
          <p:nvPr/>
        </p:nvSpPr>
        <p:spPr bwMode="auto">
          <a:xfrm>
            <a:off x="4766872" y="4846688"/>
            <a:ext cx="276710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Microsoft 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Microsoft Excel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Microsoft PowerPoint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Microsoft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Visual Studio Code </a:t>
            </a:r>
          </a:p>
        </p:txBody>
      </p:sp>
    </p:spTree>
    <p:extLst>
      <p:ext uri="{BB962C8B-B14F-4D97-AF65-F5344CB8AC3E}">
        <p14:creationId xmlns:p14="http://schemas.microsoft.com/office/powerpoint/2010/main" val="847771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174E31E4-530B-4247-962C-F46F5F66DF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591" y="0"/>
            <a:ext cx="12192003" cy="6858001"/>
          </a:xfrm>
          <a:prstGeom prst="rect">
            <a:avLst/>
          </a:prstGeom>
          <a:noFill/>
          <a:extLst>
            <a:ext uri="{909E8E84-426E-40dd-AFC4-6F175D3DCCD1}">
              <a14:hiddenFill xmlns="" xmlns:a16="http://schemas.microsoft.com/office/drawing/2014/main"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96FA2727-C33B-44D1-885B-76DC0424E5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053888" cy="6858001"/>
            <a:chOff x="-14288" y="0"/>
            <a:chExt cx="12053888" cy="6858001"/>
          </a:xfrm>
        </p:grpSpPr>
        <p:grpSp>
          <p:nvGrpSpPr>
            <p:cNvPr id="18" name="Group 17">
              <a:extLst>
                <a:ext uri="{FF2B5EF4-FFF2-40B4-BE49-F238E27FC236}">
                  <a16:creationId xmlns:a16="http://schemas.microsoft.com/office/drawing/2014/main" id="{4A64FD4C-29BA-46E7-AE31-AB38BB69429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0" name="Rectangle 5">
                <a:extLst>
                  <a:ext uri="{FF2B5EF4-FFF2-40B4-BE49-F238E27FC236}">
                    <a16:creationId xmlns:a16="http://schemas.microsoft.com/office/drawing/2014/main" id="{A28E5FB6-5905-4F5D-A6CE-E6222C405E5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31" name="Freeform 6">
                <a:extLst>
                  <a:ext uri="{FF2B5EF4-FFF2-40B4-BE49-F238E27FC236}">
                    <a16:creationId xmlns:a16="http://schemas.microsoft.com/office/drawing/2014/main" id="{F838FE17-378C-4BCE-80C0-FDD1CB074E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2" name="Freeform 7">
                <a:extLst>
                  <a:ext uri="{FF2B5EF4-FFF2-40B4-BE49-F238E27FC236}">
                    <a16:creationId xmlns:a16="http://schemas.microsoft.com/office/drawing/2014/main" id="{12A1474E-6A37-4F4D-A638-DD0EC0A5B5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3" name="Freeform 8">
                <a:extLst>
                  <a:ext uri="{FF2B5EF4-FFF2-40B4-BE49-F238E27FC236}">
                    <a16:creationId xmlns:a16="http://schemas.microsoft.com/office/drawing/2014/main" id="{49EA8CC2-4D0F-4C86-9CA9-FC3792FED1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4" name="Freeform 9">
                <a:extLst>
                  <a:ext uri="{FF2B5EF4-FFF2-40B4-BE49-F238E27FC236}">
                    <a16:creationId xmlns:a16="http://schemas.microsoft.com/office/drawing/2014/main" id="{69548BD5-92E6-42BD-9719-16AA005C56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5" name="Freeform 10">
                <a:extLst>
                  <a:ext uri="{FF2B5EF4-FFF2-40B4-BE49-F238E27FC236}">
                    <a16:creationId xmlns:a16="http://schemas.microsoft.com/office/drawing/2014/main" id="{93005965-F240-4349-A563-515973BF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6" name="Freeform 11">
                <a:extLst>
                  <a:ext uri="{FF2B5EF4-FFF2-40B4-BE49-F238E27FC236}">
                    <a16:creationId xmlns:a16="http://schemas.microsoft.com/office/drawing/2014/main" id="{277A546F-05BB-4274-A6A6-9DACC27ABC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7" name="Freeform 12">
                <a:extLst>
                  <a:ext uri="{FF2B5EF4-FFF2-40B4-BE49-F238E27FC236}">
                    <a16:creationId xmlns:a16="http://schemas.microsoft.com/office/drawing/2014/main" id="{7BE7FF91-E18E-41AA-A952-07CB0C02C8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8" name="Freeform 13">
                <a:extLst>
                  <a:ext uri="{FF2B5EF4-FFF2-40B4-BE49-F238E27FC236}">
                    <a16:creationId xmlns:a16="http://schemas.microsoft.com/office/drawing/2014/main" id="{3F6A31AA-E4FB-4DD0-9AB1-BDD994CFA5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9" name="Freeform 14">
                <a:extLst>
                  <a:ext uri="{FF2B5EF4-FFF2-40B4-BE49-F238E27FC236}">
                    <a16:creationId xmlns:a16="http://schemas.microsoft.com/office/drawing/2014/main" id="{F99B8398-08D8-4C1E-8D7F-BAFB4D393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0" name="Freeform 15">
                <a:extLst>
                  <a:ext uri="{FF2B5EF4-FFF2-40B4-BE49-F238E27FC236}">
                    <a16:creationId xmlns:a16="http://schemas.microsoft.com/office/drawing/2014/main" id="{CD3984BB-CCC2-49D9-A80B-9507BE5A91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1" name="Line 16">
                <a:extLst>
                  <a:ext uri="{FF2B5EF4-FFF2-40B4-BE49-F238E27FC236}">
                    <a16:creationId xmlns:a16="http://schemas.microsoft.com/office/drawing/2014/main" id="{78FF7C07-82F5-4A64-9D71-29CBE1B7900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42" name="Freeform 17">
                <a:extLst>
                  <a:ext uri="{FF2B5EF4-FFF2-40B4-BE49-F238E27FC236}">
                    <a16:creationId xmlns:a16="http://schemas.microsoft.com/office/drawing/2014/main" id="{7F1773CA-6AE7-4723-B072-CEC5F3829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3" name="Freeform 18">
                <a:extLst>
                  <a:ext uri="{FF2B5EF4-FFF2-40B4-BE49-F238E27FC236}">
                    <a16:creationId xmlns:a16="http://schemas.microsoft.com/office/drawing/2014/main" id="{D5EC23E0-B877-4A62-B084-5407401FB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4" name="Freeform 19">
                <a:extLst>
                  <a:ext uri="{FF2B5EF4-FFF2-40B4-BE49-F238E27FC236}">
                    <a16:creationId xmlns:a16="http://schemas.microsoft.com/office/drawing/2014/main" id="{633C4B0E-E7C6-4A1A-9D3A-80C8E3C59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5" name="Freeform 20">
                <a:extLst>
                  <a:ext uri="{FF2B5EF4-FFF2-40B4-BE49-F238E27FC236}">
                    <a16:creationId xmlns:a16="http://schemas.microsoft.com/office/drawing/2014/main" id="{AB21372F-73AC-4C69-81F0-0D44D36F6E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6" name="Rectangle 21">
                <a:extLst>
                  <a:ext uri="{FF2B5EF4-FFF2-40B4-BE49-F238E27FC236}">
                    <a16:creationId xmlns:a16="http://schemas.microsoft.com/office/drawing/2014/main" id="{B5619D97-D7A8-4DFF-8AB1-F4B393C1B4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47" name="Freeform 22">
                <a:extLst>
                  <a:ext uri="{FF2B5EF4-FFF2-40B4-BE49-F238E27FC236}">
                    <a16:creationId xmlns:a16="http://schemas.microsoft.com/office/drawing/2014/main" id="{55E03CED-9618-41BB-898B-2FECEFD7B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8" name="Freeform 23">
                <a:extLst>
                  <a:ext uri="{FF2B5EF4-FFF2-40B4-BE49-F238E27FC236}">
                    <a16:creationId xmlns:a16="http://schemas.microsoft.com/office/drawing/2014/main" id="{78F0A5C5-589E-4053-A41A-FA77210C3D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9" name="Freeform 24">
                <a:extLst>
                  <a:ext uri="{FF2B5EF4-FFF2-40B4-BE49-F238E27FC236}">
                    <a16:creationId xmlns:a16="http://schemas.microsoft.com/office/drawing/2014/main" id="{AC2718F8-15C5-4DAB-B194-AAEE8A205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0" name="Freeform 25">
                <a:extLst>
                  <a:ext uri="{FF2B5EF4-FFF2-40B4-BE49-F238E27FC236}">
                    <a16:creationId xmlns:a16="http://schemas.microsoft.com/office/drawing/2014/main" id="{23C6608B-EA21-4579-B33F-55E52AC287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1" name="Freeform 26">
                <a:extLst>
                  <a:ext uri="{FF2B5EF4-FFF2-40B4-BE49-F238E27FC236}">
                    <a16:creationId xmlns:a16="http://schemas.microsoft.com/office/drawing/2014/main" id="{4A2FEFA2-D838-4CE1-90BA-B6C2EEB54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2" name="Freeform 27">
                <a:extLst>
                  <a:ext uri="{FF2B5EF4-FFF2-40B4-BE49-F238E27FC236}">
                    <a16:creationId xmlns:a16="http://schemas.microsoft.com/office/drawing/2014/main" id="{1A39CA24-DF18-4FCC-8265-36FC72ED5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3" name="Freeform 28">
                <a:extLst>
                  <a:ext uri="{FF2B5EF4-FFF2-40B4-BE49-F238E27FC236}">
                    <a16:creationId xmlns:a16="http://schemas.microsoft.com/office/drawing/2014/main" id="{50A32DBD-9B22-49C3-A628-A98533FBF4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4" name="Freeform 29">
                <a:extLst>
                  <a:ext uri="{FF2B5EF4-FFF2-40B4-BE49-F238E27FC236}">
                    <a16:creationId xmlns:a16="http://schemas.microsoft.com/office/drawing/2014/main" id="{A3C0B30D-BB1A-4B3D-A162-3EBE6267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5" name="Freeform 30">
                <a:extLst>
                  <a:ext uri="{FF2B5EF4-FFF2-40B4-BE49-F238E27FC236}">
                    <a16:creationId xmlns:a16="http://schemas.microsoft.com/office/drawing/2014/main" id="{092B125A-1548-445E-8689-07BEEC815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6" name="Freeform 31">
                <a:extLst>
                  <a:ext uri="{FF2B5EF4-FFF2-40B4-BE49-F238E27FC236}">
                    <a16:creationId xmlns:a16="http://schemas.microsoft.com/office/drawing/2014/main" id="{D6A7D7B9-9A7E-4FD2-A1B4-1C5CFAE549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grpSp>
        <p:grpSp>
          <p:nvGrpSpPr>
            <p:cNvPr id="19" name="Group 18">
              <a:extLst>
                <a:ext uri="{FF2B5EF4-FFF2-40B4-BE49-F238E27FC236}">
                  <a16:creationId xmlns:a16="http://schemas.microsoft.com/office/drawing/2014/main" id="{DB1B0C3F-D935-4306-B5B1-6AA63588112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0" name="Freeform 32">
                <a:extLst>
                  <a:ext uri="{FF2B5EF4-FFF2-40B4-BE49-F238E27FC236}">
                    <a16:creationId xmlns:a16="http://schemas.microsoft.com/office/drawing/2014/main" id="{75BC67F5-D485-467A-BCCB-D062EB6DD0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1" name="Freeform 33">
                <a:extLst>
                  <a:ext uri="{FF2B5EF4-FFF2-40B4-BE49-F238E27FC236}">
                    <a16:creationId xmlns:a16="http://schemas.microsoft.com/office/drawing/2014/main" id="{7FB0B620-AB12-4F0B-AD1C-A47A5FBC63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2" name="Freeform 34">
                <a:extLst>
                  <a:ext uri="{FF2B5EF4-FFF2-40B4-BE49-F238E27FC236}">
                    <a16:creationId xmlns:a16="http://schemas.microsoft.com/office/drawing/2014/main" id="{6AEFA891-E591-4F7F-9DBA-FC78E9B8F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3" name="Freeform 35">
                <a:extLst>
                  <a:ext uri="{FF2B5EF4-FFF2-40B4-BE49-F238E27FC236}">
                    <a16:creationId xmlns:a16="http://schemas.microsoft.com/office/drawing/2014/main" id="{78921FFF-4B57-4E33-BE94-5A8BFC95E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4" name="Freeform 36">
                <a:extLst>
                  <a:ext uri="{FF2B5EF4-FFF2-40B4-BE49-F238E27FC236}">
                    <a16:creationId xmlns:a16="http://schemas.microsoft.com/office/drawing/2014/main" id="{0C4A1658-5AAE-4925-B106-BC0A17862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5" name="Freeform 37">
                <a:extLst>
                  <a:ext uri="{FF2B5EF4-FFF2-40B4-BE49-F238E27FC236}">
                    <a16:creationId xmlns:a16="http://schemas.microsoft.com/office/drawing/2014/main" id="{DE6DF3EB-099A-427A-A999-3BAF3BCA9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6" name="Freeform 38">
                <a:extLst>
                  <a:ext uri="{FF2B5EF4-FFF2-40B4-BE49-F238E27FC236}">
                    <a16:creationId xmlns:a16="http://schemas.microsoft.com/office/drawing/2014/main" id="{CC595EFE-4690-4B81-83B1-F863B951B0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7" name="Freeform 39">
                <a:extLst>
                  <a:ext uri="{FF2B5EF4-FFF2-40B4-BE49-F238E27FC236}">
                    <a16:creationId xmlns:a16="http://schemas.microsoft.com/office/drawing/2014/main" id="{400FAC39-AEAC-4B54-9694-29D537C20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8" name="Freeform 40">
                <a:extLst>
                  <a:ext uri="{FF2B5EF4-FFF2-40B4-BE49-F238E27FC236}">
                    <a16:creationId xmlns:a16="http://schemas.microsoft.com/office/drawing/2014/main" id="{C61298B0-056E-4D83-B168-1C054A17A0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9" name="Rectangle 41">
                <a:extLst>
                  <a:ext uri="{FF2B5EF4-FFF2-40B4-BE49-F238E27FC236}">
                    <a16:creationId xmlns:a16="http://schemas.microsoft.com/office/drawing/2014/main" id="{9F9E69A2-F9B0-40C2-BDC8-143835426BE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8" name="Rectangle 57">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728D04-3890-E0A8-7387-871DD680D417}"/>
              </a:ext>
            </a:extLst>
          </p:cNvPr>
          <p:cNvSpPr>
            <a:spLocks noGrp="1"/>
          </p:cNvSpPr>
          <p:nvPr>
            <p:ph type="title"/>
          </p:nvPr>
        </p:nvSpPr>
        <p:spPr>
          <a:xfrm>
            <a:off x="1173163" y="171147"/>
            <a:ext cx="9905998" cy="1478570"/>
          </a:xfrm>
        </p:spPr>
        <p:txBody>
          <a:bodyPr vert="horz" lIns="91440" tIns="45720" rIns="91440" bIns="45720" rtlCol="0" anchor="ctr">
            <a:normAutofit/>
          </a:bodyPr>
          <a:lstStyle/>
          <a:p>
            <a:r>
              <a:rPr lang="en-US" sz="3600" dirty="0"/>
              <a:t>Professional Strengths</a:t>
            </a:r>
          </a:p>
        </p:txBody>
      </p:sp>
      <p:graphicFrame>
        <p:nvGraphicFramePr>
          <p:cNvPr id="11" name="Rectangle 1">
            <a:extLst>
              <a:ext uri="{FF2B5EF4-FFF2-40B4-BE49-F238E27FC236}">
                <a16:creationId xmlns:a16="http://schemas.microsoft.com/office/drawing/2014/main" id="{653B6218-D7DC-A235-58CF-61FC281B85F5}"/>
              </a:ext>
            </a:extLst>
          </p:cNvPr>
          <p:cNvGraphicFramePr/>
          <p:nvPr>
            <p:extLst>
              <p:ext uri="{D42A27DB-BD31-4B8C-83A1-F6EECF244321}">
                <p14:modId xmlns:p14="http://schemas.microsoft.com/office/powerpoint/2010/main" val="723682337"/>
              </p:ext>
            </p:extLst>
          </p:nvPr>
        </p:nvGraphicFramePr>
        <p:xfrm>
          <a:off x="669926" y="1270000"/>
          <a:ext cx="10739438" cy="53404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54250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430B-ACF8-CA04-532E-42B8438890C4}"/>
              </a:ext>
            </a:extLst>
          </p:cNvPr>
          <p:cNvSpPr>
            <a:spLocks noGrp="1"/>
          </p:cNvSpPr>
          <p:nvPr>
            <p:ph type="title"/>
          </p:nvPr>
        </p:nvSpPr>
        <p:spPr>
          <a:xfrm>
            <a:off x="1141413" y="239843"/>
            <a:ext cx="9905998" cy="1558977"/>
          </a:xfrm>
        </p:spPr>
        <p:txBody>
          <a:bodyPr>
            <a:normAutofit fontScale="90000"/>
          </a:bodyPr>
          <a:lstStyle/>
          <a:p>
            <a:r>
              <a:rPr lang="en-US" sz="4000" b="1" dirty="0"/>
              <a:t>                       Significant Projects</a:t>
            </a:r>
            <a:br>
              <a:rPr lang="en-US" b="1" dirty="0"/>
            </a:br>
            <a:r>
              <a:rPr lang="en-US" b="1" dirty="0"/>
              <a:t>     Microsoft Azure Infrastructure Deployment</a:t>
            </a:r>
            <a:br>
              <a:rPr lang="en-US" b="1" dirty="0"/>
            </a:br>
            <a:endParaRPr lang="en-US" dirty="0"/>
          </a:p>
        </p:txBody>
      </p:sp>
      <p:sp>
        <p:nvSpPr>
          <p:cNvPr id="3" name="TextBox 2">
            <a:extLst>
              <a:ext uri="{FF2B5EF4-FFF2-40B4-BE49-F238E27FC236}">
                <a16:creationId xmlns:a16="http://schemas.microsoft.com/office/drawing/2014/main" id="{2A6B7683-C48E-AC75-B2A6-8BB159D5D808}"/>
              </a:ext>
            </a:extLst>
          </p:cNvPr>
          <p:cNvSpPr txBox="1"/>
          <p:nvPr/>
        </p:nvSpPr>
        <p:spPr>
          <a:xfrm>
            <a:off x="959370" y="1318022"/>
            <a:ext cx="10628026" cy="5539978"/>
          </a:xfrm>
          <a:prstGeom prst="rect">
            <a:avLst/>
          </a:prstGeom>
          <a:noFill/>
        </p:spPr>
        <p:txBody>
          <a:bodyPr wrap="square" rtlCol="0">
            <a:spAutoFit/>
          </a:bodyPr>
          <a:lstStyle/>
          <a:p>
            <a:r>
              <a:rPr lang="en-US" sz="2200" dirty="0"/>
              <a:t>One of the most significant projects I completed involved designing and implementing a cloud infrastructure using Microsoft Azure. The project required creating resource groups, configuring Microsoft Entra ID users and groups, provisioning Azure Storage resources, assigning role-based access permissions, and preparing the environment for virtual machine deployment. A major challenge involved understanding Azure governance policies and selecting supported deployment regions after policy restrictions prevented initial deployments. I learned how Azure Policies enforce organizational compliance and how proper planning helps avoid deployment failures. This project strengthened my understanding of cloud infrastructure, identity management, storage security, and least-privilege access. It also reinforced the importance of documentation, planning, and collaboration when deploying enterprise cloud resources.</a:t>
            </a:r>
          </a:p>
          <a:p>
            <a:endParaRPr lang="en-US" sz="2200" dirty="0"/>
          </a:p>
          <a:p>
            <a:r>
              <a:rPr lang="en-US" sz="2200" dirty="0"/>
              <a:t>Skills demonstrated:</a:t>
            </a:r>
          </a:p>
          <a:p>
            <a:r>
              <a:rPr lang="en-US" sz="2200" dirty="0"/>
              <a:t>Azure Administration</a:t>
            </a:r>
          </a:p>
          <a:p>
            <a:r>
              <a:rPr lang="en-US" sz="2200" dirty="0"/>
              <a:t>Microsoft Entra ID</a:t>
            </a:r>
          </a:p>
          <a:p>
            <a:r>
              <a:rPr lang="en-US" sz="2200" dirty="0"/>
              <a:t>Azure Storage</a:t>
            </a:r>
          </a:p>
        </p:txBody>
      </p:sp>
    </p:spTree>
    <p:extLst>
      <p:ext uri="{BB962C8B-B14F-4D97-AF65-F5344CB8AC3E}">
        <p14:creationId xmlns:p14="http://schemas.microsoft.com/office/powerpoint/2010/main" val="2648451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FBCC9-501D-0DE7-7393-503CDD3B3CC1}"/>
              </a:ext>
            </a:extLst>
          </p:cNvPr>
          <p:cNvSpPr>
            <a:spLocks noGrp="1"/>
          </p:cNvSpPr>
          <p:nvPr>
            <p:ph type="title"/>
          </p:nvPr>
        </p:nvSpPr>
        <p:spPr>
          <a:xfrm>
            <a:off x="1546148" y="213784"/>
            <a:ext cx="9905998" cy="1015410"/>
          </a:xfrm>
        </p:spPr>
        <p:txBody>
          <a:bodyPr/>
          <a:lstStyle/>
          <a:p>
            <a:r>
              <a:rPr lang="en-US" dirty="0"/>
              <a:t>Ubuntu Linux File Server Implementation</a:t>
            </a:r>
          </a:p>
        </p:txBody>
      </p:sp>
      <p:sp>
        <p:nvSpPr>
          <p:cNvPr id="3" name="TextBox 2">
            <a:extLst>
              <a:ext uri="{FF2B5EF4-FFF2-40B4-BE49-F238E27FC236}">
                <a16:creationId xmlns:a16="http://schemas.microsoft.com/office/drawing/2014/main" id="{4C07FA28-A21F-D38B-8212-91AC962D0538}"/>
              </a:ext>
            </a:extLst>
          </p:cNvPr>
          <p:cNvSpPr txBox="1"/>
          <p:nvPr/>
        </p:nvSpPr>
        <p:spPr>
          <a:xfrm>
            <a:off x="869429" y="1229194"/>
            <a:ext cx="10912840" cy="5786199"/>
          </a:xfrm>
          <a:prstGeom prst="rect">
            <a:avLst/>
          </a:prstGeom>
          <a:noFill/>
        </p:spPr>
        <p:txBody>
          <a:bodyPr wrap="square" rtlCol="0">
            <a:spAutoFit/>
          </a:bodyPr>
          <a:lstStyle/>
          <a:p>
            <a:r>
              <a:rPr lang="en-US" sz="2200" dirty="0"/>
              <a:t>During my Linux coursework, I designed and configured an Ubuntu File Server capable of securely sharing organizational files across multiple users. The project involved configuring user permissions, managing directories, implementing file-sharing services, and securing access using Linux permissions.</a:t>
            </a:r>
          </a:p>
          <a:p>
            <a:r>
              <a:rPr lang="en-US" sz="2200" dirty="0"/>
              <a:t>One challenge was balancing accessibility with security. I learned that proper permission management protects sensitive organizational data while ensuring authorized users can perform their work efficiently.</a:t>
            </a:r>
          </a:p>
          <a:p>
            <a:r>
              <a:rPr lang="en-US" sz="2200" dirty="0"/>
              <a:t>The project expanded my Linux administration skills while reinforcing the importance of secure system configuration and careful planning.</a:t>
            </a:r>
          </a:p>
          <a:p>
            <a:endParaRPr lang="en-US" sz="2200" dirty="0"/>
          </a:p>
          <a:p>
            <a:r>
              <a:rPr lang="en-US" sz="2200" dirty="0"/>
              <a:t>Skills demonstrated:</a:t>
            </a:r>
          </a:p>
          <a:p>
            <a:r>
              <a:rPr lang="en-US" sz="2200" dirty="0"/>
              <a:t>Linux Administration</a:t>
            </a:r>
          </a:p>
          <a:p>
            <a:r>
              <a:rPr lang="en-US" sz="2200" dirty="0"/>
              <a:t>File Permissions</a:t>
            </a:r>
          </a:p>
          <a:p>
            <a:r>
              <a:rPr lang="en-US" sz="2200" dirty="0"/>
              <a:t>System Security</a:t>
            </a:r>
          </a:p>
          <a:p>
            <a:r>
              <a:rPr lang="en-US" sz="2200" dirty="0"/>
              <a:t>User Management</a:t>
            </a:r>
          </a:p>
          <a:p>
            <a:r>
              <a:rPr lang="en-US" sz="2200" dirty="0"/>
              <a:t>Troubleshooting</a:t>
            </a:r>
          </a:p>
          <a:p>
            <a:endParaRPr lang="en-US" dirty="0"/>
          </a:p>
        </p:txBody>
      </p:sp>
    </p:spTree>
    <p:extLst>
      <p:ext uri="{BB962C8B-B14F-4D97-AF65-F5344CB8AC3E}">
        <p14:creationId xmlns:p14="http://schemas.microsoft.com/office/powerpoint/2010/main" val="30919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4F57A-BA9B-C468-9C8A-17B3B8C0C6D7}"/>
              </a:ext>
            </a:extLst>
          </p:cNvPr>
          <p:cNvSpPr>
            <a:spLocks noGrp="1"/>
          </p:cNvSpPr>
          <p:nvPr>
            <p:ph type="title"/>
          </p:nvPr>
        </p:nvSpPr>
        <p:spPr>
          <a:xfrm>
            <a:off x="1312888" y="0"/>
            <a:ext cx="9905998" cy="1478570"/>
          </a:xfrm>
        </p:spPr>
        <p:txBody>
          <a:bodyPr/>
          <a:lstStyle/>
          <a:p>
            <a:pPr algn="ctr"/>
            <a:r>
              <a:rPr lang="en-US" dirty="0"/>
              <a:t>Security Monitoring with </a:t>
            </a:r>
            <a:r>
              <a:rPr lang="en-US" dirty="0" err="1"/>
              <a:t>Wazuh</a:t>
            </a:r>
            <a:r>
              <a:rPr lang="en-US" dirty="0"/>
              <a:t> SIEM</a:t>
            </a:r>
          </a:p>
        </p:txBody>
      </p:sp>
      <p:sp>
        <p:nvSpPr>
          <p:cNvPr id="3" name="TextBox 2">
            <a:extLst>
              <a:ext uri="{FF2B5EF4-FFF2-40B4-BE49-F238E27FC236}">
                <a16:creationId xmlns:a16="http://schemas.microsoft.com/office/drawing/2014/main" id="{D8B2FF6D-642C-4B08-4ADD-963700747CBE}"/>
              </a:ext>
            </a:extLst>
          </p:cNvPr>
          <p:cNvSpPr txBox="1"/>
          <p:nvPr/>
        </p:nvSpPr>
        <p:spPr>
          <a:xfrm>
            <a:off x="764497" y="1274164"/>
            <a:ext cx="11002781" cy="5109091"/>
          </a:xfrm>
          <a:prstGeom prst="rect">
            <a:avLst/>
          </a:prstGeom>
          <a:noFill/>
        </p:spPr>
        <p:txBody>
          <a:bodyPr wrap="square" rtlCol="0">
            <a:spAutoFit/>
          </a:bodyPr>
          <a:lstStyle/>
          <a:p>
            <a:r>
              <a:rPr lang="en-US" sz="2200" dirty="0"/>
              <a:t>Another valuable project involved deploying and configuring the </a:t>
            </a:r>
            <a:r>
              <a:rPr lang="en-US" sz="2200" dirty="0" err="1"/>
              <a:t>Wazuh</a:t>
            </a:r>
            <a:r>
              <a:rPr lang="en-US" sz="2200" dirty="0"/>
              <a:t> Security Information and Event Management platform. The project required installing the </a:t>
            </a:r>
            <a:r>
              <a:rPr lang="en-US" sz="2200" dirty="0" err="1"/>
              <a:t>Wazuh</a:t>
            </a:r>
            <a:r>
              <a:rPr lang="en-US" sz="2200" dirty="0"/>
              <a:t> Manager, deploying monitoring agents, and analyzing security events collected from monitored systems.</a:t>
            </a:r>
          </a:p>
          <a:p>
            <a:r>
              <a:rPr lang="en-US" sz="2200" dirty="0"/>
              <a:t>This project deepened my understanding of cybersecurity operations by demonstrating how centralized logging, threat detection, and continuous monitoring improve organizational security.</a:t>
            </a:r>
          </a:p>
          <a:p>
            <a:r>
              <a:rPr lang="en-US" sz="2200" dirty="0"/>
              <a:t>I also learned that security technologies are only effective when combined with sound policies, responsible administration, and continuous monitoring.</a:t>
            </a:r>
          </a:p>
          <a:p>
            <a:endParaRPr lang="en-US" sz="2200" dirty="0"/>
          </a:p>
          <a:p>
            <a:r>
              <a:rPr lang="en-US" sz="2200" dirty="0"/>
              <a:t>Skills demonstrated:</a:t>
            </a:r>
          </a:p>
          <a:p>
            <a:r>
              <a:rPr lang="en-US" sz="2200" dirty="0"/>
              <a:t>Cybersecurity</a:t>
            </a:r>
          </a:p>
          <a:p>
            <a:r>
              <a:rPr lang="en-US" sz="2200" dirty="0"/>
              <a:t>SIEM Deployment</a:t>
            </a:r>
          </a:p>
          <a:p>
            <a:r>
              <a:rPr lang="en-US" sz="2200" dirty="0"/>
              <a:t>Security Monitoring</a:t>
            </a:r>
          </a:p>
          <a:p>
            <a:r>
              <a:rPr lang="en-US" sz="2200" dirty="0"/>
              <a:t>Threat Detection</a:t>
            </a:r>
          </a:p>
          <a:p>
            <a:r>
              <a:rPr lang="en-US" sz="2200" dirty="0"/>
              <a:t>Incident Analysis</a:t>
            </a:r>
          </a:p>
          <a:p>
            <a:endParaRPr lang="en-US" dirty="0"/>
          </a:p>
        </p:txBody>
      </p:sp>
    </p:spTree>
    <p:extLst>
      <p:ext uri="{BB962C8B-B14F-4D97-AF65-F5344CB8AC3E}">
        <p14:creationId xmlns:p14="http://schemas.microsoft.com/office/powerpoint/2010/main" val="130656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057F-1D72-F7C9-8C04-3184C327CEED}"/>
              </a:ext>
            </a:extLst>
          </p:cNvPr>
          <p:cNvSpPr>
            <a:spLocks noGrp="1"/>
          </p:cNvSpPr>
          <p:nvPr>
            <p:ph type="title"/>
          </p:nvPr>
        </p:nvSpPr>
        <p:spPr>
          <a:xfrm>
            <a:off x="3989544" y="-160970"/>
            <a:ext cx="9905998" cy="1478570"/>
          </a:xfrm>
        </p:spPr>
        <p:txBody>
          <a:bodyPr/>
          <a:lstStyle/>
          <a:p>
            <a:r>
              <a:rPr lang="en-US" dirty="0"/>
              <a:t>Growth Reflection</a:t>
            </a:r>
          </a:p>
        </p:txBody>
      </p:sp>
      <p:sp>
        <p:nvSpPr>
          <p:cNvPr id="3" name="TextBox 2">
            <a:extLst>
              <a:ext uri="{FF2B5EF4-FFF2-40B4-BE49-F238E27FC236}">
                <a16:creationId xmlns:a16="http://schemas.microsoft.com/office/drawing/2014/main" id="{43466579-0126-3066-7465-83031714600B}"/>
              </a:ext>
            </a:extLst>
          </p:cNvPr>
          <p:cNvSpPr txBox="1"/>
          <p:nvPr/>
        </p:nvSpPr>
        <p:spPr>
          <a:xfrm>
            <a:off x="1094282" y="1199214"/>
            <a:ext cx="10702977" cy="5170646"/>
          </a:xfrm>
          <a:prstGeom prst="rect">
            <a:avLst/>
          </a:prstGeom>
          <a:noFill/>
        </p:spPr>
        <p:txBody>
          <a:bodyPr wrap="square" rtlCol="0">
            <a:spAutoFit/>
          </a:bodyPr>
          <a:lstStyle/>
          <a:p>
            <a:r>
              <a:rPr lang="en-US" sz="2200" dirty="0"/>
              <a:t>Looking back on my academic journey, I recognize tremendous growth in both my technical abilities and my confidence as an IT professional. Each project challenged me to think critically, solve complex problems, and remain persistent when obstacles arose. Rather than viewing difficulties as failures, I learned to see them as opportunities to develop resilience and improve my technical expertise.</a:t>
            </a:r>
          </a:p>
          <a:p>
            <a:endParaRPr lang="en-US" sz="2200" dirty="0"/>
          </a:p>
          <a:p>
            <a:r>
              <a:rPr lang="en-US" sz="2200" dirty="0"/>
              <a:t>My Azure cloud projects strengthened my understanding of enterprise infrastructure, while my Linux and cybersecurity projects reinforced the importance of security, reliability, and ethical responsibility. These experiences have prepared me to contribute effectively within professional IT teams.</a:t>
            </a:r>
          </a:p>
          <a:p>
            <a:endParaRPr lang="en-US" sz="2200" dirty="0"/>
          </a:p>
          <a:p>
            <a:r>
              <a:rPr lang="en-US" sz="2200" dirty="0"/>
              <a:t>As technology continues to evolve, I remain committed to lifelong learning through certifications, hands-on practice, and professional development. My goal is not simply to build technical expertise but also to become a trusted IT professional whose integrity, service, and commitment positively impact every organization I serve.</a:t>
            </a:r>
          </a:p>
        </p:txBody>
      </p:sp>
    </p:spTree>
    <p:extLst>
      <p:ext uri="{BB962C8B-B14F-4D97-AF65-F5344CB8AC3E}">
        <p14:creationId xmlns:p14="http://schemas.microsoft.com/office/powerpoint/2010/main" val="2476804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7DB60-69F7-0D61-6302-73CE75F35DD8}"/>
              </a:ext>
            </a:extLst>
          </p:cNvPr>
          <p:cNvSpPr>
            <a:spLocks noGrp="1"/>
          </p:cNvSpPr>
          <p:nvPr>
            <p:ph type="title"/>
          </p:nvPr>
        </p:nvSpPr>
        <p:spPr>
          <a:xfrm>
            <a:off x="2286002" y="3921"/>
            <a:ext cx="9905998" cy="1478570"/>
          </a:xfrm>
        </p:spPr>
        <p:txBody>
          <a:bodyPr/>
          <a:lstStyle/>
          <a:p>
            <a:r>
              <a:rPr lang="en-US" dirty="0"/>
              <a:t>Future Professional Goals</a:t>
            </a:r>
          </a:p>
        </p:txBody>
      </p:sp>
      <p:sp>
        <p:nvSpPr>
          <p:cNvPr id="3" name="TextBox 2">
            <a:extLst>
              <a:ext uri="{FF2B5EF4-FFF2-40B4-BE49-F238E27FC236}">
                <a16:creationId xmlns:a16="http://schemas.microsoft.com/office/drawing/2014/main" id="{8236B8EF-64E3-8471-1514-91B129CC9BA7}"/>
              </a:ext>
            </a:extLst>
          </p:cNvPr>
          <p:cNvSpPr txBox="1"/>
          <p:nvPr/>
        </p:nvSpPr>
        <p:spPr>
          <a:xfrm>
            <a:off x="1014504" y="1213008"/>
            <a:ext cx="10162991" cy="5170646"/>
          </a:xfrm>
          <a:prstGeom prst="rect">
            <a:avLst/>
          </a:prstGeom>
          <a:noFill/>
        </p:spPr>
        <p:txBody>
          <a:bodyPr wrap="square" rtlCol="0">
            <a:spAutoFit/>
          </a:bodyPr>
          <a:lstStyle/>
          <a:p>
            <a:r>
              <a:rPr lang="en-US" sz="2400" dirty="0"/>
              <a:t>Over the next several years, I intend to:</a:t>
            </a:r>
          </a:p>
          <a:p>
            <a:endParaRPr lang="en-US" sz="2400" dirty="0"/>
          </a:p>
          <a:p>
            <a:r>
              <a:rPr lang="en-US" sz="2400" dirty="0"/>
              <a:t>Earn Microsoft Azure Administrator (AZ-104) certification.</a:t>
            </a:r>
          </a:p>
          <a:p>
            <a:r>
              <a:rPr lang="en-US" sz="2400" dirty="0"/>
              <a:t>Obtain CompTIA Security+ certification.</a:t>
            </a:r>
          </a:p>
          <a:p>
            <a:r>
              <a:rPr lang="en-US" sz="2400" dirty="0"/>
              <a:t>Gain professional experience in cloud administration or technical support.</a:t>
            </a:r>
          </a:p>
          <a:p>
            <a:r>
              <a:rPr lang="en-US" sz="2400" dirty="0"/>
              <a:t>Continue developing expertise in cybersecurity and cloud infrastructure.</a:t>
            </a:r>
          </a:p>
          <a:p>
            <a:r>
              <a:rPr lang="en-US" sz="2400" dirty="0"/>
              <a:t>Pursue leadership opportunities that allow me to mentor others.</a:t>
            </a:r>
          </a:p>
          <a:p>
            <a:r>
              <a:rPr lang="en-US" sz="2400" dirty="0"/>
              <a:t>Use technology to improve organizational efficiency while maintaining the highest ethical standards.</a:t>
            </a:r>
          </a:p>
          <a:p>
            <a:endParaRPr lang="en-US" sz="2400" dirty="0"/>
          </a:p>
          <a:p>
            <a:r>
              <a:rPr lang="en-US" sz="2400" dirty="0"/>
              <a:t>I believe that continuous learning, integrity, service, and dedication will enable me to become a highly skilled Information Technology professional capable of making meaningful contributions throughout my career.</a:t>
            </a:r>
          </a:p>
          <a:p>
            <a:endParaRPr lang="en-US" dirty="0"/>
          </a:p>
        </p:txBody>
      </p:sp>
    </p:spTree>
    <p:extLst>
      <p:ext uri="{BB962C8B-B14F-4D97-AF65-F5344CB8AC3E}">
        <p14:creationId xmlns:p14="http://schemas.microsoft.com/office/powerpoint/2010/main" val="25836783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2368</TotalTime>
  <Words>1285</Words>
  <Application>Microsoft Office PowerPoint</Application>
  <PresentationFormat>Widescreen</PresentationFormat>
  <Paragraphs>135</Paragraphs>
  <Slides>13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Tw Cen MT</vt:lpstr>
      <vt:lpstr>Wingdings</vt:lpstr>
      <vt:lpstr>Circuit</vt:lpstr>
      <vt:lpstr>   Professional Growth Portfolio  Ubong Stephen esu</vt:lpstr>
      <vt:lpstr>                     Table of content                            part 1</vt:lpstr>
      <vt:lpstr>Introduction</vt:lpstr>
      <vt:lpstr>Summary</vt:lpstr>
      <vt:lpstr>Résumé improvements</vt:lpstr>
      <vt:lpstr>Technical Skills </vt:lpstr>
      <vt:lpstr>Technical Skills</vt:lpstr>
      <vt:lpstr>Professional Strengths</vt:lpstr>
      <vt:lpstr>                       Significant Projects      Microsoft Azure Infrastructure Deployment </vt:lpstr>
      <vt:lpstr>Ubuntu Linux File Server Implementation</vt:lpstr>
      <vt:lpstr>Security Monitoring with Wazuh SIEM</vt:lpstr>
      <vt:lpstr>Growth Reflection</vt:lpstr>
      <vt:lpstr>Future Professional 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Ubong Esu</dc:creator>
  <cp:lastModifiedBy>Ubong Esu</cp:lastModifiedBy>
  <cp:revision>2</cp:revision>
  <dcterms:created xsi:type="dcterms:W3CDTF">2026-07-21T21:48:27Z</dcterms:created>
  <dcterms:modified xsi:type="dcterms:W3CDTF">2026-07-23T16:13:33Z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2026-07-22T00:45:07Z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42804ae1-d2e9-40b7-a4a3-45811234298b</vt:lpwstr>
  </property>
  <property fmtid="{D5CDD505-2E9C-101B-9397-08002B2CF9AE}" pid="7" name="MSIP_Label_defa4170-0d19-0005-0004-bc88714345d2_ActionId">
    <vt:lpwstr>d54ba762-de2a-4d0c-bde4-3ecec5c6c2a9</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